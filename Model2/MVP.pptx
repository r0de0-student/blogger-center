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9" r:id="rId5"/>
    <p:sldId id="270" r:id="rId6"/>
    <p:sldId id="271" r:id="rId7"/>
    <p:sldId id="262" r:id="rId8"/>
    <p:sldId id="264" r:id="rId9"/>
    <p:sldId id="265" r:id="rId10"/>
    <p:sldId id="267" r:id="rId11"/>
    <p:sldId id="268" r:id="rId12"/>
    <p:sldId id="259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3399FF"/>
    <a:srgbClr val="66CCFF"/>
    <a:srgbClr val="99CC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424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09:08: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09:08: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09:08: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09:08: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09:08: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5F71C3-9089-D448-9B69-BE9A6070D1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796BDDE-F392-73E2-D758-8DE1D4441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6E801C-B852-4982-8601-84BC7D78F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9D3E40-D226-0498-E481-F9D20D591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D5676F-52F6-F040-511B-061820CE7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9099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524DE6-699F-0679-1B0E-5B57BF13E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EA990D-D101-10A2-2E7A-9332EB557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31C0A88-5666-FB68-9DE2-8D2A6087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75649F-4DC2-F621-15FB-DC1370FA0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10F251-64C1-63A3-37E5-97EE3066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982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0A79D6-4FF2-D4B1-F887-77B99B697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00507C-E20D-E6CB-99C9-23B53B855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25121B-BCE3-1717-A9E6-F14425CA0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9A8325-9A98-C9D3-425B-036CC20BE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F60D23-5200-B3E8-65A1-9E14E9EE4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40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34941C-2947-1B9D-4AA8-36C63A639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5E4749-0750-D444-9D43-D9371654B1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65DE6B-CDCB-EED4-24D7-08C618FEB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AD973D0-EF8F-35DF-3E07-018D29CA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573F0AB-3E98-3512-3D75-41BA5E7C9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2E8593-80D0-38A1-BF2D-02BE7C65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9874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E5F5DC-4CBF-2052-3A2A-D81A657F7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EFFDEE-AC43-6A9C-719B-60337AB35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5F4B5-28E3-F35F-C063-CC0ECC443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AACDFF4-53D0-07A1-1A72-83BBDC5AD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916448-DE0D-BECD-FC81-431DF29A4B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E886114-B1DA-6225-0AF1-FEA14532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0276CD1-877A-8062-12D1-59F00711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6E51AB5-CCA8-2A9F-2A6B-C8ABB3FB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79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710DB4-4BAF-4CC9-D825-AA77E5576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FF12DA-CC4E-7594-9A1D-532118E37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10F3054-6B81-8418-F895-EADD58087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CF61F1-A00C-C157-C011-16A629EFF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5798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AB59F6A-25DE-D2F7-3A35-C9EC3AC22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16E6CA8-95F4-3B4E-D6C7-4F0D76A72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696DB38-7224-3599-11CA-DE200D303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2961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4DA156-7B49-1967-A0F5-3AAD93BD4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6DB4D0-6544-F9F7-A458-73BC10284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6B658BC-74C4-6F63-F15B-99A596421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039120-2575-AC1D-C405-87560488C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80D01D-496E-A3A4-B49B-29261D990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E5123F-11C8-8AEB-8823-235261F3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4899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992059-3D03-7181-D981-0CF11AA6D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A2AC21D-01C7-2FA1-71E5-9265CD3EE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3EA550-0E32-72BB-40B6-A22A70A62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FEE5644-B488-A51C-15AC-C7AC0C7E4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2CED1D-79C7-A995-5313-097D626F6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7E978D-8748-F3D7-44AA-DD9C35C3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432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D856A8-FE68-B9EA-D2E5-F030D2FC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D0204E4-E18C-A7AF-6E61-BEA1FADB8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99BCCEC-1687-8EB6-AC41-C7A2287C1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70AEA9-F9CE-C1DD-B183-48AD335E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892227-A1CC-A3A7-13C3-2558DF746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22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9F0FE49-01E3-13BF-3C6B-D949FB3388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221114-D917-01F8-D1F7-F02426001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FAAC5D6-3C22-1653-5542-4801EE148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CC295D-977B-2E66-2DFB-E42AE7542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FECE6F-B94D-5832-5AF6-5E7AF5AB0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043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66B54C-6040-0275-B160-9F3183E7A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80B7DBE-40C9-3021-E729-790BECBF3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ECE0092-070E-5540-0FDB-B8B5800DCC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15A2B-AE4F-471D-BB0D-414F97FB88AD}" type="datetimeFigureOut">
              <a:rPr lang="ru-RU" smtClean="0"/>
              <a:t>17.04.2026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3761DC-DB28-0946-6597-538009A0C9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79F5FE-C94A-7076-D829-8CEB516838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B00D0F-44FD-4114-9009-FF4231C2A0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9952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0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0.png"/><Relationship Id="rId7" Type="http://schemas.openxmlformats.org/officeDocument/2006/relationships/image" Target="../media/image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1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C5855FD-EAAE-A5A9-57E6-3526E8A21137}"/>
              </a:ext>
            </a:extLst>
          </p:cNvPr>
          <p:cNvSpPr/>
          <p:nvPr/>
        </p:nvSpPr>
        <p:spPr>
          <a:xfrm>
            <a:off x="-2235199" y="0"/>
            <a:ext cx="60960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4523D6-B3CE-FD88-40BE-F8E486062817}"/>
              </a:ext>
            </a:extLst>
          </p:cNvPr>
          <p:cNvSpPr/>
          <p:nvPr/>
        </p:nvSpPr>
        <p:spPr>
          <a:xfrm>
            <a:off x="-3451101" y="0"/>
            <a:ext cx="6555179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B4CDA7F-4517-DFD3-F015-9E0CDC948556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AE6AAFC-4B4D-4F30-02F8-E82D58AC7369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6505498-4D5C-1146-BDF3-0750D233DCCD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6A1C05-8D44-BC3B-3536-8D72CDB3603B}"/>
              </a:ext>
            </a:extLst>
          </p:cNvPr>
          <p:cNvSpPr txBox="1"/>
          <p:nvPr/>
        </p:nvSpPr>
        <p:spPr>
          <a:xfrm>
            <a:off x="4467760" y="443567"/>
            <a:ext cx="72333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1" dirty="0">
                <a:latin typeface="Bahnschrift" panose="020B0502040204020203" pitchFamily="34" charset="0"/>
              </a:rPr>
              <a:t>BloGGing -  CenteR</a:t>
            </a:r>
            <a:br>
              <a:rPr lang="ru-RU" sz="4800" dirty="0">
                <a:latin typeface="Bahnschrift" panose="020B0502040204020203" pitchFamily="34" charset="0"/>
              </a:rPr>
            </a:br>
            <a:r>
              <a:rPr lang="ru-RU" sz="2800" dirty="0">
                <a:latin typeface="Bahnschrift" panose="020B0502040204020203" pitchFamily="34" charset="0"/>
              </a:rPr>
              <a:t>Платформа для ведения тематических блогов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F46ABB-900A-9DC3-A78D-6D00E1AF502F}"/>
              </a:ext>
            </a:extLst>
          </p:cNvPr>
          <p:cNvSpPr txBox="1"/>
          <p:nvPr/>
        </p:nvSpPr>
        <p:spPr>
          <a:xfrm>
            <a:off x="4319980" y="4586514"/>
            <a:ext cx="85053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Bahnschrift" panose="020B0502040204020203" pitchFamily="34" charset="0"/>
              </a:rPr>
              <a:t>Модуль 2: </a:t>
            </a:r>
            <a:r>
              <a:rPr lang="en-US" sz="3200" dirty="0">
                <a:latin typeface="Bahnschrift" panose="020B0502040204020203" pitchFamily="34" charset="0"/>
              </a:rPr>
              <a:t>MVP (Minimum Viable Product)</a:t>
            </a:r>
            <a:endParaRPr lang="ru-RU" sz="3200" dirty="0">
              <a:latin typeface="Bahnschrift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C63608-97A3-9F9A-719D-3849C22EBDCB}"/>
              </a:ext>
            </a:extLst>
          </p:cNvPr>
          <p:cNvSpPr txBox="1"/>
          <p:nvPr/>
        </p:nvSpPr>
        <p:spPr>
          <a:xfrm>
            <a:off x="4107540" y="5897916"/>
            <a:ext cx="79538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ahnschrift" panose="020B0502040204020203" pitchFamily="34" charset="0"/>
              </a:rPr>
              <a:t>Гармонов Родион Андреевич (ПИб-242)</a:t>
            </a:r>
          </a:p>
          <a:p>
            <a:r>
              <a:rPr lang="ru-RU" sz="2000" dirty="0">
                <a:latin typeface="Bahnschrift" panose="020B0502040204020203" pitchFamily="34" charset="0"/>
              </a:rPr>
              <a:t>Репозиторий: </a:t>
            </a:r>
            <a:r>
              <a:rPr lang="en-US" sz="2000" u="sng" dirty="0">
                <a:solidFill>
                  <a:srgbClr val="0070C0"/>
                </a:solidFill>
                <a:latin typeface="Bahnschrift" panose="020B0502040204020203" pitchFamily="34" charset="0"/>
              </a:rPr>
              <a:t>https://github.com/r0de0-student/BloGGer-CenteR</a:t>
            </a:r>
            <a:endParaRPr lang="ru-RU" sz="2000" u="sng" dirty="0">
              <a:solidFill>
                <a:srgbClr val="0070C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926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4C5A8-97F1-18D5-1F14-F402E8241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454F66D-7F57-0B1B-CFCC-B87B41336081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5D73E66-63C1-542E-F801-F2009E035158}"/>
              </a:ext>
            </a:extLst>
          </p:cNvPr>
          <p:cNvSpPr/>
          <p:nvPr/>
        </p:nvSpPr>
        <p:spPr>
          <a:xfrm>
            <a:off x="-3451101" y="0"/>
            <a:ext cx="6555179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BF0C138-1E0C-E1D4-B99D-7F9414DB6A68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E4C3042-F0A3-C4A4-8AFE-83E8EC323B4A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173E3B5-A55E-9559-30BC-9578724FECF6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E3DC71-B70E-3A9E-C1BA-190F16742BF5}"/>
              </a:ext>
            </a:extLst>
          </p:cNvPr>
          <p:cNvSpPr txBox="1"/>
          <p:nvPr/>
        </p:nvSpPr>
        <p:spPr>
          <a:xfrm>
            <a:off x="3314700" y="1090811"/>
            <a:ext cx="8877300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Bahnschrift" panose="020B0502040204020203" pitchFamily="34" charset="0"/>
              </a:rPr>
              <a:t>О проекте:</a:t>
            </a:r>
            <a:br>
              <a:rPr lang="ru-RU" sz="2400" dirty="0">
                <a:latin typeface="Bahnschrift" panose="020B0502040204020203" pitchFamily="34" charset="0"/>
              </a:rPr>
            </a:br>
            <a:r>
              <a:rPr lang="ru-RU" sz="2400" dirty="0">
                <a:latin typeface="Bahnschrift" panose="020B0502040204020203" pitchFamily="34" charset="0"/>
              </a:rPr>
              <a:t>BloGGing CenteR — это веб-платформа для создания и ведения блогов.</a:t>
            </a:r>
          </a:p>
          <a:p>
            <a:r>
              <a:rPr lang="ru-RU" sz="2400" b="1" dirty="0">
                <a:latin typeface="Bahnschrift" panose="020B0502040204020203" pitchFamily="34" charset="0"/>
              </a:rPr>
              <a:t>Целевая аудитория:</a:t>
            </a:r>
            <a:endParaRPr lang="ru-RU" sz="2400" dirty="0">
              <a:latin typeface="Bahnschrift" panose="020B0502040204020203" pitchFamily="34" charset="0"/>
            </a:endParaRPr>
          </a:p>
          <a:p>
            <a:r>
              <a:rPr lang="ru-RU" sz="2400" b="1" dirty="0">
                <a:latin typeface="Bahnschrift" panose="020B0502040204020203" pitchFamily="34" charset="0"/>
              </a:rPr>
              <a:t>- Авторы</a:t>
            </a:r>
            <a:r>
              <a:rPr lang="ru-RU" sz="2400" dirty="0">
                <a:latin typeface="Bahnschrift" panose="020B0502040204020203" pitchFamily="34" charset="0"/>
              </a:rPr>
              <a:t> — создают блоги и публикуют статьи;</a:t>
            </a:r>
          </a:p>
          <a:p>
            <a:r>
              <a:rPr lang="ru-RU" sz="2400" b="1" dirty="0">
                <a:latin typeface="Bahnschrift" panose="020B0502040204020203" pitchFamily="34" charset="0"/>
              </a:rPr>
              <a:t>- Читатели</a:t>
            </a:r>
            <a:r>
              <a:rPr lang="ru-RU" sz="2400" dirty="0">
                <a:latin typeface="Bahnschrift" panose="020B0502040204020203" pitchFamily="34" charset="0"/>
              </a:rPr>
              <a:t> — читают статьи, комментируют, подписываются;</a:t>
            </a:r>
          </a:p>
          <a:p>
            <a:r>
              <a:rPr lang="ru-RU" sz="2400" b="1" dirty="0">
                <a:latin typeface="Bahnschrift" panose="020B0502040204020203" pitchFamily="34" charset="0"/>
              </a:rPr>
              <a:t>- Администратор</a:t>
            </a:r>
            <a:r>
              <a:rPr lang="ru-RU" sz="2400" dirty="0">
                <a:latin typeface="Bahnschrift" panose="020B0502040204020203" pitchFamily="34" charset="0"/>
              </a:rPr>
              <a:t> — управляет пользователями и модерирует контент;</a:t>
            </a:r>
          </a:p>
          <a:p>
            <a:r>
              <a:rPr lang="ru-RU" sz="2400" b="1" dirty="0">
                <a:latin typeface="Bahnschrift" panose="020B0502040204020203" pitchFamily="34" charset="0"/>
              </a:rPr>
              <a:t>Основной функционал MVP:</a:t>
            </a:r>
            <a:endParaRPr lang="ru-RU" sz="2400" dirty="0">
              <a:latin typeface="Bahnschrift" panose="020B05020402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ahnschrift" panose="020B0502040204020203" pitchFamily="34" charset="0"/>
              </a:rPr>
              <a:t>Регистрация и аутентификация;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ahnschrift" panose="020B0502040204020203" pitchFamily="34" charset="0"/>
              </a:rPr>
              <a:t>Управление блогом (создание, редактирование);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ahnschrift" panose="020B0502040204020203" pitchFamily="34" charset="0"/>
              </a:rPr>
              <a:t>Публикация статей (CRUD);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ahnschrift" panose="020B0502040204020203" pitchFamily="34" charset="0"/>
              </a:rPr>
              <a:t>Система комментариев;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ahnschrift" panose="020B0502040204020203" pitchFamily="34" charset="0"/>
              </a:rPr>
              <a:t>Админ-панель (блокировка пользователей);</a:t>
            </a:r>
          </a:p>
          <a:p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48BF56-17DF-AD15-E2C4-45EE91A09F82}"/>
              </a:ext>
            </a:extLst>
          </p:cNvPr>
          <p:cNvSpPr txBox="1"/>
          <p:nvPr/>
        </p:nvSpPr>
        <p:spPr>
          <a:xfrm>
            <a:off x="4711700" y="27882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Краткое описание приложения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A5B5C59C-C74F-6EE4-2FC8-9DF63D022D68}"/>
              </a:ext>
            </a:extLst>
          </p:cNvPr>
          <p:cNvSpPr/>
          <p:nvPr/>
        </p:nvSpPr>
        <p:spPr>
          <a:xfrm>
            <a:off x="11088915" y="5873537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2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874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C0B81-6736-A949-2E10-F678BE45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DCB34BD-BC34-6A75-EF38-CC2DFF263FFE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6997E66-1E4E-B767-7449-A7E78BEF9680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D2AE98D-0520-8E4B-3B03-DBDA05E7C116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5EBBFF-47EC-034A-D80E-5E242E67E393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98E00B-9438-2C6D-2B77-7C1891683286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CA7E7C-FEFE-AEC9-9D65-AFA5C099AF3E}"/>
              </a:ext>
            </a:extLst>
          </p:cNvPr>
          <p:cNvSpPr txBox="1"/>
          <p:nvPr/>
        </p:nvSpPr>
        <p:spPr>
          <a:xfrm>
            <a:off x="4370449" y="26612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Структура файлов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79D325-3212-E4AF-676C-93FDE3276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556" y="990025"/>
            <a:ext cx="7352228" cy="5490920"/>
          </a:xfrm>
          <a:prstGeom prst="rect">
            <a:avLst/>
          </a:prstGeom>
        </p:spPr>
      </p:pic>
      <p:sp>
        <p:nvSpPr>
          <p:cNvPr id="2" name="Овал 1">
            <a:extLst>
              <a:ext uri="{FF2B5EF4-FFF2-40B4-BE49-F238E27FC236}">
                <a16:creationId xmlns:a16="http://schemas.microsoft.com/office/drawing/2014/main" id="{91A6A492-0560-3B62-CB81-551711450C67}"/>
              </a:ext>
            </a:extLst>
          </p:cNvPr>
          <p:cNvSpPr/>
          <p:nvPr/>
        </p:nvSpPr>
        <p:spPr>
          <a:xfrm>
            <a:off x="11062771" y="5863771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3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5565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E9F0E-EFB5-4DD4-9CB6-52B812B4C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1EB5B9-241C-081A-058A-05A5505FD21C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1ABA91F-7A76-FB3F-274B-4FB26E30B948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7E39F8-7C65-1C6E-CBB6-67E1ACC20725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E163D5-80DE-7AFF-BAA7-61EA9E998776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0C2EDA4-C0E7-18DC-FFF6-1F97994CEAC6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6116-9523-33B1-BAE8-392399DD76CA}"/>
              </a:ext>
            </a:extLst>
          </p:cNvPr>
          <p:cNvSpPr txBox="1"/>
          <p:nvPr/>
        </p:nvSpPr>
        <p:spPr>
          <a:xfrm>
            <a:off x="3543104" y="258252"/>
            <a:ext cx="7749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3200" b="1" dirty="0">
                <a:latin typeface="Bahnschrift" panose="020B0502040204020203" pitchFamily="34" charset="0"/>
              </a:rPr>
              <a:t>Единая точка входа  </a:t>
            </a:r>
            <a:r>
              <a:rPr lang="en-US" sz="3200" b="1" dirty="0">
                <a:latin typeface="Bahnschrift" panose="020B0502040204020203" pitchFamily="34" charset="0"/>
              </a:rPr>
              <a:t>(project/index.php)</a:t>
            </a:r>
            <a:endParaRPr lang="ru-RU" sz="3200" b="1" dirty="0">
              <a:latin typeface="Bahnschrift" panose="020B0502040204020203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0B5DC6-8134-DDA5-CC02-6141AE45A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156" y="1018140"/>
            <a:ext cx="7352228" cy="549092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A5E01E-B8BF-49A6-A7D9-B4E0F2396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104" y="1117025"/>
            <a:ext cx="7578433" cy="5174590"/>
          </a:xfrm>
          <a:prstGeom prst="rect">
            <a:avLst/>
          </a:prstGeom>
        </p:spPr>
      </p:pic>
      <p:sp>
        <p:nvSpPr>
          <p:cNvPr id="12" name="Овал 11">
            <a:extLst>
              <a:ext uri="{FF2B5EF4-FFF2-40B4-BE49-F238E27FC236}">
                <a16:creationId xmlns:a16="http://schemas.microsoft.com/office/drawing/2014/main" id="{09C33A8B-3787-79ED-AB96-C1A7F9ED0C29}"/>
              </a:ext>
            </a:extLst>
          </p:cNvPr>
          <p:cNvSpPr/>
          <p:nvPr/>
        </p:nvSpPr>
        <p:spPr>
          <a:xfrm>
            <a:off x="11192311" y="5856186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4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95423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1470-5A81-6AC0-63D7-7A5FC3B1D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9567C32-1F96-E8A6-2037-81B09CC85EC6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AA697BD-874A-6F26-E916-FF26CF4EEDBA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84E39CA-ACFD-49DD-6620-DEB235E20352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55E039E-6965-BD91-AEEC-9F4FDDD22C29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B0B0780-0C22-8178-F3ED-D955437D7D28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5C8705-7BA0-93D5-3913-486C1E435E16}"/>
              </a:ext>
            </a:extLst>
          </p:cNvPr>
          <p:cNvSpPr txBox="1"/>
          <p:nvPr/>
        </p:nvSpPr>
        <p:spPr>
          <a:xfrm>
            <a:off x="3094989" y="419634"/>
            <a:ext cx="8748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3200" b="1" dirty="0">
                <a:latin typeface="Bahnschrift" panose="020B0502040204020203" pitchFamily="34" charset="0"/>
              </a:rPr>
              <a:t>Защита от </a:t>
            </a:r>
            <a:r>
              <a:rPr lang="en-US" sz="3200" b="1" dirty="0">
                <a:latin typeface="Bahnschrift" panose="020B0502040204020203" pitchFamily="34" charset="0"/>
              </a:rPr>
              <a:t>SQL-</a:t>
            </a:r>
            <a:r>
              <a:rPr lang="ru-RU" sz="3200" b="1" dirty="0">
                <a:latin typeface="Bahnschrift" panose="020B0502040204020203" pitchFamily="34" charset="0"/>
              </a:rPr>
              <a:t>инъекции </a:t>
            </a:r>
            <a:r>
              <a:rPr lang="en-US" sz="3200" b="1" dirty="0">
                <a:latin typeface="Bahnschrift" panose="020B0502040204020203" pitchFamily="34" charset="0"/>
              </a:rPr>
              <a:t>(models/users.php)</a:t>
            </a:r>
            <a:endParaRPr lang="ru-RU" sz="3200" b="1" dirty="0">
              <a:latin typeface="Bahnschrift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407EB43-2F15-34C4-A6A5-CAC51550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392" y="7590396"/>
            <a:ext cx="7578433" cy="517459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A15040-000C-5D28-62F8-9354C8A16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875" y="1424043"/>
            <a:ext cx="7475037" cy="3603828"/>
          </a:xfrm>
          <a:prstGeom prst="rect">
            <a:avLst/>
          </a:prstGeom>
        </p:spPr>
      </p:pic>
      <p:sp>
        <p:nvSpPr>
          <p:cNvPr id="12" name="Овал 11">
            <a:extLst>
              <a:ext uri="{FF2B5EF4-FFF2-40B4-BE49-F238E27FC236}">
                <a16:creationId xmlns:a16="http://schemas.microsoft.com/office/drawing/2014/main" id="{9C602F50-CABE-4817-F78F-2556EB460FD2}"/>
              </a:ext>
            </a:extLst>
          </p:cNvPr>
          <p:cNvSpPr/>
          <p:nvPr/>
        </p:nvSpPr>
        <p:spPr>
          <a:xfrm>
            <a:off x="11059887" y="5761532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5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3625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D0F-F8AF-81CE-DEF0-284790FF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966E79D-51CD-04F5-A364-82316EB199D9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740CDD0-FD89-DB40-0E58-0B2B7E96E051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17E0868-C2B0-6559-189B-FD7C9EFE4751}"/>
              </a:ext>
            </a:extLst>
          </p:cNvPr>
          <p:cNvSpPr/>
          <p:nvPr/>
        </p:nvSpPr>
        <p:spPr>
          <a:xfrm>
            <a:off x="-4207824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AD60D85-25D6-1089-710B-4CED266C3EDA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656A249-4DF5-9C05-F658-597D4EEA5B5B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3FE957-F993-2AEE-F847-C189843711B1}"/>
              </a:ext>
            </a:extLst>
          </p:cNvPr>
          <p:cNvSpPr txBox="1"/>
          <p:nvPr/>
        </p:nvSpPr>
        <p:spPr>
          <a:xfrm>
            <a:off x="4200822" y="368004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sz="3200" b="1" dirty="0">
                <a:latin typeface="Bahnschrift" panose="020B0502040204020203" pitchFamily="34" charset="0"/>
              </a:rPr>
              <a:t>XSS </a:t>
            </a:r>
            <a:r>
              <a:rPr lang="ru-RU" sz="3200" b="1" dirty="0">
                <a:latin typeface="Bahnschrift" panose="020B0502040204020203" pitchFamily="34" charset="0"/>
              </a:rPr>
              <a:t>защита </a:t>
            </a:r>
            <a:r>
              <a:rPr lang="en-US" sz="3200" b="1" dirty="0">
                <a:latin typeface="Bahnschrift" panose="020B0502040204020203" pitchFamily="34" charset="0"/>
              </a:rPr>
              <a:t>(views/post/</a:t>
            </a:r>
            <a:r>
              <a:rPr lang="en-US" sz="3200" b="1" dirty="0" err="1">
                <a:latin typeface="Bahnschrift" panose="020B0502040204020203" pitchFamily="34" charset="0"/>
              </a:rPr>
              <a:t>view.php</a:t>
            </a:r>
            <a:r>
              <a:rPr lang="en-US" sz="3200" b="1" dirty="0">
                <a:latin typeface="Bahnschrift" panose="020B0502040204020203" pitchFamily="34" charset="0"/>
              </a:rPr>
              <a:t>)</a:t>
            </a:r>
            <a:endParaRPr lang="ru-RU" sz="3200" b="1" dirty="0">
              <a:latin typeface="Bahnschrift" panose="020B0502040204020203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48D9A3B-5B10-F1CD-13EE-2468DF10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658524" y="1482100"/>
            <a:ext cx="7475037" cy="36038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99C0C38-D3A4-0F59-2F9F-22268FA10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4076" y="1216823"/>
            <a:ext cx="8748669" cy="4980785"/>
          </a:xfrm>
          <a:prstGeom prst="rect">
            <a:avLst/>
          </a:prstGeom>
        </p:spPr>
      </p:pic>
      <p:sp>
        <p:nvSpPr>
          <p:cNvPr id="12" name="Овал 11">
            <a:extLst>
              <a:ext uri="{FF2B5EF4-FFF2-40B4-BE49-F238E27FC236}">
                <a16:creationId xmlns:a16="http://schemas.microsoft.com/office/drawing/2014/main" id="{4473540D-465F-E064-80CF-9A039FB5442C}"/>
              </a:ext>
            </a:extLst>
          </p:cNvPr>
          <p:cNvSpPr/>
          <p:nvPr/>
        </p:nvSpPr>
        <p:spPr>
          <a:xfrm>
            <a:off x="11059887" y="5761532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6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51504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AA26-44A0-5D97-ABB6-5462D2672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04D3AD-39D4-9FDA-399A-B5693D0F492F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4946CB1-AE4C-3C6D-2486-CB6EBC4C0BA2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3227780-729C-2789-1540-D7B919BB43A7}"/>
              </a:ext>
            </a:extLst>
          </p:cNvPr>
          <p:cNvSpPr/>
          <p:nvPr/>
        </p:nvSpPr>
        <p:spPr>
          <a:xfrm>
            <a:off x="-4207824" y="0"/>
            <a:ext cx="16399824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F3AEAD3-23B5-4ACF-44B8-173B940E277B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EC2EB16-E79C-1F34-E759-FEC15D091845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79E386-DC90-725E-C637-2248058C9F74}"/>
              </a:ext>
            </a:extLst>
          </p:cNvPr>
          <p:cNvSpPr txBox="1"/>
          <p:nvPr/>
        </p:nvSpPr>
        <p:spPr>
          <a:xfrm>
            <a:off x="4370449" y="26612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Скриншоты веб-страниц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DD98B8-D6D2-0AFF-4FDE-0397A4C4F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1925" y="683540"/>
            <a:ext cx="7352228" cy="54909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6751E251-86F7-7B56-321F-76F8CBA8E5C7}"/>
                  </a:ext>
                </a:extLst>
              </p14:cNvPr>
              <p14:cNvContentPartPr/>
              <p14:nvPr/>
            </p14:nvContentPartPr>
            <p14:xfrm>
              <a:off x="5867280" y="3961980"/>
              <a:ext cx="360" cy="360"/>
            </p14:xfrm>
          </p:contentPart>
        </mc:Choice>
        <mc:Fallback xmlns=""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6751E251-86F7-7B56-321F-76F8CBA8E5C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61160" y="39558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21DBF4-7BA1-BFA9-637C-274C43628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2386" y="-2090305"/>
            <a:ext cx="3809539" cy="203134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CAB06E2-E2E4-F56A-F697-B0CD6DBA7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8546" y="1066320"/>
            <a:ext cx="5835011" cy="178121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D29408F-1E2A-22C6-5260-D36DFD6E0D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051" y="2939369"/>
            <a:ext cx="5835011" cy="189826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43F5657-1A6F-F22E-8229-4D1E6262CF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40444" y="-2421971"/>
            <a:ext cx="3715016" cy="1608362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A0428BD-E447-B5F8-1109-D65ECA8749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8546" y="4936003"/>
            <a:ext cx="5338623" cy="1705715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83672E9-5284-4CB8-765B-B524D5A90FA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4170" y="-2723628"/>
            <a:ext cx="5657374" cy="2209203"/>
          </a:xfrm>
          <a:prstGeom prst="rect">
            <a:avLst/>
          </a:prstGeom>
        </p:spPr>
      </p:pic>
      <p:sp>
        <p:nvSpPr>
          <p:cNvPr id="4" name="Овал 3">
            <a:extLst>
              <a:ext uri="{FF2B5EF4-FFF2-40B4-BE49-F238E27FC236}">
                <a16:creationId xmlns:a16="http://schemas.microsoft.com/office/drawing/2014/main" id="{079065B1-0701-576F-BA70-134F820C9AD8}"/>
              </a:ext>
            </a:extLst>
          </p:cNvPr>
          <p:cNvSpPr/>
          <p:nvPr/>
        </p:nvSpPr>
        <p:spPr>
          <a:xfrm>
            <a:off x="11059887" y="5761532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7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678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C0A93-0BAA-A3C2-446B-2F2A2DE0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15D2AE5-FCCA-179C-00B8-83DF42EFAD9A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AC9087C-9ABE-BE43-8BC2-B38A770C76E6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C971EBF-3B8C-5DDA-5FF9-DAFDCC63B5CB}"/>
              </a:ext>
            </a:extLst>
          </p:cNvPr>
          <p:cNvSpPr/>
          <p:nvPr/>
        </p:nvSpPr>
        <p:spPr>
          <a:xfrm>
            <a:off x="-4207824" y="0"/>
            <a:ext cx="16399824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A855681-C060-A96C-3C44-A3CB67FEC8DA}"/>
              </a:ext>
            </a:extLst>
          </p:cNvPr>
          <p:cNvSpPr/>
          <p:nvPr/>
        </p:nvSpPr>
        <p:spPr>
          <a:xfrm>
            <a:off x="-4964547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8482234-0718-400F-7E17-120687F586E8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5FC7C3-F587-20C3-E89A-CCB97B5FB8F0}"/>
              </a:ext>
            </a:extLst>
          </p:cNvPr>
          <p:cNvSpPr txBox="1"/>
          <p:nvPr/>
        </p:nvSpPr>
        <p:spPr>
          <a:xfrm>
            <a:off x="4370449" y="26612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Скриншоты веб-страниц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49ADCA12-CD45-2446-994E-87482B599485}"/>
                  </a:ext>
                </a:extLst>
              </p14:cNvPr>
              <p14:cNvContentPartPr/>
              <p14:nvPr/>
            </p14:nvContentPartPr>
            <p14:xfrm>
              <a:off x="5867280" y="3961980"/>
              <a:ext cx="360" cy="360"/>
            </p14:xfrm>
          </p:contentPart>
        </mc:Choice>
        <mc:Fallback xmlns=""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49ADCA12-CD45-2446-994E-87482B59948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61160" y="39558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5A0B49-5354-9A23-38B3-B42AED9CC7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8330" y="865034"/>
            <a:ext cx="5807265" cy="309658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1489ABD-1888-E3EE-2AD7-03BDC5D5B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355220" y="979027"/>
            <a:ext cx="5835011" cy="178121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00F2207-2A84-5896-C3A2-B189D61D4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49151" y="3037736"/>
            <a:ext cx="5835011" cy="189826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9353B5C-003F-76F7-DCC0-FC127AEC6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7355" y="4100477"/>
            <a:ext cx="4010268" cy="2193669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145C0A-89EB-A4BA-F4EF-3F9456BA16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2066986" y="4936003"/>
            <a:ext cx="5338623" cy="1705715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33D5C28-A7D5-56BC-9967-644F74B0A4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345" y="4091608"/>
            <a:ext cx="4455673" cy="2202537"/>
          </a:xfrm>
          <a:prstGeom prst="rect">
            <a:avLst/>
          </a:prstGeom>
        </p:spPr>
      </p:pic>
      <p:sp>
        <p:nvSpPr>
          <p:cNvPr id="5" name="Овал 4">
            <a:extLst>
              <a:ext uri="{FF2B5EF4-FFF2-40B4-BE49-F238E27FC236}">
                <a16:creationId xmlns:a16="http://schemas.microsoft.com/office/drawing/2014/main" id="{F3EC9713-812F-17B5-B998-3DF3F7FA6315}"/>
              </a:ext>
            </a:extLst>
          </p:cNvPr>
          <p:cNvSpPr/>
          <p:nvPr/>
        </p:nvSpPr>
        <p:spPr>
          <a:xfrm>
            <a:off x="11059887" y="5761532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8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806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31E2-C683-AACF-5102-68BD31D4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03FF7B-5073-1D1B-C8DF-1A6BA25189DF}"/>
              </a:ext>
            </a:extLst>
          </p:cNvPr>
          <p:cNvSpPr/>
          <p:nvPr/>
        </p:nvSpPr>
        <p:spPr>
          <a:xfrm>
            <a:off x="-2235200" y="0"/>
            <a:ext cx="144272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0C1DB9E-39D0-9C1A-C4D2-AC3CA2150853}"/>
              </a:ext>
            </a:extLst>
          </p:cNvPr>
          <p:cNvSpPr/>
          <p:nvPr/>
        </p:nvSpPr>
        <p:spPr>
          <a:xfrm>
            <a:off x="-3451101" y="0"/>
            <a:ext cx="15643101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752E8E7-CAC2-E479-D364-32AD9128E508}"/>
              </a:ext>
            </a:extLst>
          </p:cNvPr>
          <p:cNvSpPr/>
          <p:nvPr/>
        </p:nvSpPr>
        <p:spPr>
          <a:xfrm>
            <a:off x="-4207824" y="0"/>
            <a:ext cx="16399824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F4597F5-8BE7-C0F4-1511-D2E8DC04233B}"/>
              </a:ext>
            </a:extLst>
          </p:cNvPr>
          <p:cNvSpPr/>
          <p:nvPr/>
        </p:nvSpPr>
        <p:spPr>
          <a:xfrm>
            <a:off x="-4964547" y="0"/>
            <a:ext cx="17156547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6F78269-526C-4D7A-B5DC-AF20C9237813}"/>
              </a:ext>
            </a:extLst>
          </p:cNvPr>
          <p:cNvSpPr/>
          <p:nvPr/>
        </p:nvSpPr>
        <p:spPr>
          <a:xfrm>
            <a:off x="-5742378" y="0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0B1CE-B335-774D-B7E0-0431C6D0773C}"/>
              </a:ext>
            </a:extLst>
          </p:cNvPr>
          <p:cNvSpPr txBox="1"/>
          <p:nvPr/>
        </p:nvSpPr>
        <p:spPr>
          <a:xfrm>
            <a:off x="3613726" y="18992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Репозиторий проекта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2179F4C4-96D2-E327-1BAF-18BB81A25409}"/>
                  </a:ext>
                </a:extLst>
              </p14:cNvPr>
              <p14:cNvContentPartPr/>
              <p14:nvPr/>
            </p14:nvContentPartPr>
            <p14:xfrm>
              <a:off x="5867280" y="3961980"/>
              <a:ext cx="360" cy="360"/>
            </p14:xfrm>
          </p:contentPart>
        </mc:Choice>
        <mc:Fallback xmlns=""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2179F4C4-96D2-E327-1BAF-18BB81A2540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61160" y="39558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C913B4A-CC3D-AC53-64B0-4C5894469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355220" y="979027"/>
            <a:ext cx="5835011" cy="178121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F4C9A0F-9B12-25A6-4502-0276F932A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49151" y="3037736"/>
            <a:ext cx="5835011" cy="1898267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F360C33-F541-3651-775B-3C20B6603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2066986" y="4936003"/>
            <a:ext cx="5338623" cy="170571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D6E794B-4B81-68CF-56CC-4A4B97C232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0964" y="964625"/>
            <a:ext cx="8107941" cy="5399840"/>
          </a:xfrm>
          <a:prstGeom prst="rect">
            <a:avLst/>
          </a:prstGeom>
        </p:spPr>
      </p:pic>
      <p:sp>
        <p:nvSpPr>
          <p:cNvPr id="4" name="Овал 3">
            <a:extLst>
              <a:ext uri="{FF2B5EF4-FFF2-40B4-BE49-F238E27FC236}">
                <a16:creationId xmlns:a16="http://schemas.microsoft.com/office/drawing/2014/main" id="{B5B91A79-51C5-D4FE-E9C6-400BFE6CEB45}"/>
              </a:ext>
            </a:extLst>
          </p:cNvPr>
          <p:cNvSpPr/>
          <p:nvPr/>
        </p:nvSpPr>
        <p:spPr>
          <a:xfrm>
            <a:off x="11059887" y="5761532"/>
            <a:ext cx="928914" cy="87085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9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4456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2238-8361-A96F-5B77-2D93DECF8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EE79392-AD54-4168-4ECD-551212FCC80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FD8EAC2-81FC-15C7-A91C-AE9ABD09E1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92588-C13D-778F-2F66-AB28D2600674}"/>
              </a:ext>
            </a:extLst>
          </p:cNvPr>
          <p:cNvSpPr txBox="1"/>
          <p:nvPr/>
        </p:nvSpPr>
        <p:spPr>
          <a:xfrm>
            <a:off x="2818410" y="247075"/>
            <a:ext cx="6555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Распределение обязанностей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45723AF7-D543-16FB-4770-9388C8348942}"/>
                  </a:ext>
                </a:extLst>
              </p14:cNvPr>
              <p14:cNvContentPartPr/>
              <p14:nvPr/>
            </p14:nvContentPartPr>
            <p14:xfrm>
              <a:off x="5867280" y="3961980"/>
              <a:ext cx="360" cy="360"/>
            </p14:xfrm>
          </p:contentPart>
        </mc:Choice>
        <mc:Fallback xmlns=""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45723AF7-D543-16FB-4770-9388C83489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61160" y="39558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C49F876-C49E-7581-3182-0436A55D2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0964" y="7345360"/>
            <a:ext cx="8107941" cy="539984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B44138B-177E-780B-4B79-F9670E3CE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138" y="1319210"/>
            <a:ext cx="9521591" cy="4071940"/>
          </a:xfrm>
          <a:prstGeom prst="rect">
            <a:avLst/>
          </a:prstGeom>
        </p:spPr>
      </p:pic>
      <p:sp>
        <p:nvSpPr>
          <p:cNvPr id="4" name="Овал 3">
            <a:extLst>
              <a:ext uri="{FF2B5EF4-FFF2-40B4-BE49-F238E27FC236}">
                <a16:creationId xmlns:a16="http://schemas.microsoft.com/office/drawing/2014/main" id="{483C8CF3-3701-6EEA-62CB-322D9AF06490}"/>
              </a:ext>
            </a:extLst>
          </p:cNvPr>
          <p:cNvSpPr/>
          <p:nvPr/>
        </p:nvSpPr>
        <p:spPr>
          <a:xfrm>
            <a:off x="10875729" y="5646058"/>
            <a:ext cx="1113072" cy="9863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10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63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1BF69-65E4-3EE5-0529-60662B204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1EC1B9-B2F7-9409-53BC-A122020E0647}"/>
              </a:ext>
            </a:extLst>
          </p:cNvPr>
          <p:cNvSpPr txBox="1"/>
          <p:nvPr/>
        </p:nvSpPr>
        <p:spPr>
          <a:xfrm>
            <a:off x="2609568" y="266125"/>
            <a:ext cx="32569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Итоги модуля 2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519C98C5-372A-B101-0E81-3470908D6E59}"/>
                  </a:ext>
                </a:extLst>
              </p14:cNvPr>
              <p14:cNvContentPartPr/>
              <p14:nvPr/>
            </p14:nvContentPartPr>
            <p14:xfrm>
              <a:off x="5867280" y="3961980"/>
              <a:ext cx="360" cy="360"/>
            </p14:xfrm>
          </p:contentPart>
        </mc:Choice>
        <mc:Fallback xmlns=""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519C98C5-372A-B101-0E81-3470908D6E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61160" y="39558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154FB37-3BA0-B2C8-A331-8EBCBC5C75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5203" y="-4931630"/>
            <a:ext cx="9521591" cy="407194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455397-6577-5AC9-A581-C2551801D0DF}"/>
              </a:ext>
            </a:extLst>
          </p:cNvPr>
          <p:cNvSpPr/>
          <p:nvPr/>
        </p:nvSpPr>
        <p:spPr>
          <a:xfrm>
            <a:off x="8236517" y="0"/>
            <a:ext cx="6096000" cy="6858000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099EB5E-72A5-8E99-8E8D-AEC11B54C29D}"/>
              </a:ext>
            </a:extLst>
          </p:cNvPr>
          <p:cNvSpPr/>
          <p:nvPr/>
        </p:nvSpPr>
        <p:spPr>
          <a:xfrm>
            <a:off x="9014348" y="0"/>
            <a:ext cx="6555179" cy="6858000"/>
          </a:xfrm>
          <a:prstGeom prst="rect">
            <a:avLst/>
          </a:prstGeom>
          <a:solidFill>
            <a:srgbClr val="99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94ACAAE-72C5-A285-0AFB-29F1054651FF}"/>
              </a:ext>
            </a:extLst>
          </p:cNvPr>
          <p:cNvSpPr/>
          <p:nvPr/>
        </p:nvSpPr>
        <p:spPr>
          <a:xfrm>
            <a:off x="9792179" y="0"/>
            <a:ext cx="6555179" cy="6858000"/>
          </a:xfrm>
          <a:prstGeom prst="rect">
            <a:avLst/>
          </a:prstGeom>
          <a:solidFill>
            <a:srgbClr val="66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2D5CB4C-79D5-9AC1-5B20-B2D2DD1F68BD}"/>
              </a:ext>
            </a:extLst>
          </p:cNvPr>
          <p:cNvSpPr/>
          <p:nvPr/>
        </p:nvSpPr>
        <p:spPr>
          <a:xfrm>
            <a:off x="10570010" y="0"/>
            <a:ext cx="6555179" cy="6858000"/>
          </a:xfrm>
          <a:prstGeom prst="rect">
            <a:avLst/>
          </a:prstGeom>
          <a:solidFill>
            <a:srgbClr val="33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071447-7528-91E9-FB71-8414463E46FC}"/>
              </a:ext>
            </a:extLst>
          </p:cNvPr>
          <p:cNvSpPr/>
          <p:nvPr/>
        </p:nvSpPr>
        <p:spPr>
          <a:xfrm>
            <a:off x="11284517" y="-13217"/>
            <a:ext cx="6555179" cy="6858000"/>
          </a:xfrm>
          <a:prstGeom prst="rect">
            <a:avLst/>
          </a:prstGeom>
          <a:solidFill>
            <a:srgbClr val="00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7673601-BE1D-FC9B-F00F-520AF507FC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483" y="1048599"/>
            <a:ext cx="6643558" cy="5377084"/>
          </a:xfrm>
          <a:prstGeom prst="rect">
            <a:avLst/>
          </a:prstGeom>
        </p:spPr>
      </p:pic>
      <p:sp>
        <p:nvSpPr>
          <p:cNvPr id="4" name="Овал 3">
            <a:extLst>
              <a:ext uri="{FF2B5EF4-FFF2-40B4-BE49-F238E27FC236}">
                <a16:creationId xmlns:a16="http://schemas.microsoft.com/office/drawing/2014/main" id="{906A4788-E1E9-1DD7-237A-AE99EED35D16}"/>
              </a:ext>
            </a:extLst>
          </p:cNvPr>
          <p:cNvSpPr/>
          <p:nvPr/>
        </p:nvSpPr>
        <p:spPr>
          <a:xfrm>
            <a:off x="10856794" y="5660573"/>
            <a:ext cx="1113072" cy="9863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11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6521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90341-03D3-7E69-3B9B-EE2307C0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6DF4966-753F-07F9-CB8C-48F5E74A6064}"/>
              </a:ext>
            </a:extLst>
          </p:cNvPr>
          <p:cNvGrpSpPr/>
          <p:nvPr/>
        </p:nvGrpSpPr>
        <p:grpSpPr>
          <a:xfrm>
            <a:off x="-5742378" y="0"/>
            <a:ext cx="9603179" cy="6858000"/>
            <a:chOff x="-5742378" y="0"/>
            <a:chExt cx="9603179" cy="6858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B27914F5-1B6A-27AA-60CA-77DFC15890AE}"/>
                </a:ext>
              </a:extLst>
            </p:cNvPr>
            <p:cNvSpPr/>
            <p:nvPr/>
          </p:nvSpPr>
          <p:spPr>
            <a:xfrm>
              <a:off x="-2235199" y="0"/>
              <a:ext cx="6096000" cy="6858000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F9BC37B8-6A59-79BE-2366-9B52CD58AA88}"/>
                </a:ext>
              </a:extLst>
            </p:cNvPr>
            <p:cNvSpPr/>
            <p:nvPr/>
          </p:nvSpPr>
          <p:spPr>
            <a:xfrm>
              <a:off x="-3451101" y="0"/>
              <a:ext cx="6555179" cy="6858000"/>
            </a:xfrm>
            <a:prstGeom prst="rect">
              <a:avLst/>
            </a:prstGeom>
            <a:solidFill>
              <a:srgbClr val="99C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B806E0C-7532-D68B-3479-01CE87B2656A}"/>
                </a:ext>
              </a:extLst>
            </p:cNvPr>
            <p:cNvSpPr/>
            <p:nvPr/>
          </p:nvSpPr>
          <p:spPr>
            <a:xfrm>
              <a:off x="-4207824" y="0"/>
              <a:ext cx="6555179" cy="6858000"/>
            </a:xfrm>
            <a:prstGeom prst="rect">
              <a:avLst/>
            </a:prstGeom>
            <a:solidFill>
              <a:srgbClr val="66C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4F252F09-1089-13F2-E628-728E87C20872}"/>
                </a:ext>
              </a:extLst>
            </p:cNvPr>
            <p:cNvSpPr/>
            <p:nvPr/>
          </p:nvSpPr>
          <p:spPr>
            <a:xfrm>
              <a:off x="-4964547" y="0"/>
              <a:ext cx="6555179" cy="6858000"/>
            </a:xfrm>
            <a:prstGeom prst="rect">
              <a:avLst/>
            </a:prstGeom>
            <a:solidFill>
              <a:srgbClr val="3399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413BE32-207F-FC97-9CA6-283CFA865082}"/>
                </a:ext>
              </a:extLst>
            </p:cNvPr>
            <p:cNvSpPr/>
            <p:nvPr/>
          </p:nvSpPr>
          <p:spPr>
            <a:xfrm>
              <a:off x="-5742378" y="0"/>
              <a:ext cx="6555179" cy="6858000"/>
            </a:xfrm>
            <a:prstGeom prst="rect">
              <a:avLst/>
            </a:prstGeom>
            <a:solidFill>
              <a:srgbClr val="0066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9F71117-BBB7-69C2-4EDA-34EBCFDCE2EE}"/>
              </a:ext>
            </a:extLst>
          </p:cNvPr>
          <p:cNvSpPr txBox="1"/>
          <p:nvPr/>
        </p:nvSpPr>
        <p:spPr>
          <a:xfrm>
            <a:off x="4467760" y="443567"/>
            <a:ext cx="72333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1" dirty="0">
                <a:latin typeface="Bahnschrift" panose="020B0502040204020203" pitchFamily="34" charset="0"/>
              </a:rPr>
              <a:t>BloGGing -  CenteR</a:t>
            </a:r>
            <a:br>
              <a:rPr lang="ru-RU" sz="4800" dirty="0">
                <a:latin typeface="Bahnschrift" panose="020B0502040204020203" pitchFamily="34" charset="0"/>
              </a:rPr>
            </a:br>
            <a:r>
              <a:rPr lang="ru-RU" sz="2800" dirty="0">
                <a:latin typeface="Bahnschrift" panose="020B0502040204020203" pitchFamily="34" charset="0"/>
              </a:rPr>
              <a:t>Платформа для ведения тематических блогов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E2914F-F024-9F15-1BD7-B6DEEF3DD514}"/>
              </a:ext>
            </a:extLst>
          </p:cNvPr>
          <p:cNvSpPr txBox="1"/>
          <p:nvPr/>
        </p:nvSpPr>
        <p:spPr>
          <a:xfrm>
            <a:off x="4319980" y="4586514"/>
            <a:ext cx="85053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Bahnschrift" panose="020B0502040204020203" pitchFamily="34" charset="0"/>
              </a:rPr>
              <a:t>Модуль 2: </a:t>
            </a:r>
            <a:r>
              <a:rPr lang="en-US" sz="3200" dirty="0">
                <a:latin typeface="Bahnschrift" panose="020B0502040204020203" pitchFamily="34" charset="0"/>
              </a:rPr>
              <a:t>MVP (Minimum Viable Product)</a:t>
            </a:r>
            <a:endParaRPr lang="ru-RU" sz="3200" dirty="0">
              <a:latin typeface="Bahnschrift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CA6B22-3304-F1FE-6D71-0147595816BD}"/>
              </a:ext>
            </a:extLst>
          </p:cNvPr>
          <p:cNvSpPr txBox="1"/>
          <p:nvPr/>
        </p:nvSpPr>
        <p:spPr>
          <a:xfrm>
            <a:off x="4107540" y="5897916"/>
            <a:ext cx="79538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ahnschrift" panose="020B0502040204020203" pitchFamily="34" charset="0"/>
              </a:rPr>
              <a:t>Гармонов Родион Андреевич (ПИб-242)</a:t>
            </a:r>
          </a:p>
          <a:p>
            <a:r>
              <a:rPr lang="ru-RU" sz="2000" dirty="0">
                <a:latin typeface="Bahnschrift" panose="020B0502040204020203" pitchFamily="34" charset="0"/>
              </a:rPr>
              <a:t>Репозиторий: </a:t>
            </a:r>
            <a:r>
              <a:rPr lang="en-US" sz="2000" u="sng" dirty="0">
                <a:solidFill>
                  <a:srgbClr val="0070C0"/>
                </a:solidFill>
                <a:latin typeface="Bahnschrift" panose="020B0502040204020203" pitchFamily="34" charset="0"/>
              </a:rPr>
              <a:t>https://github.com/r0de0-student/BloGGer-CenteR</a:t>
            </a:r>
            <a:endParaRPr lang="ru-RU" sz="2000" u="sng" dirty="0">
              <a:solidFill>
                <a:srgbClr val="0070C0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62EF6610-8560-DFDE-F6D3-CCE7A25BD2B9}"/>
              </a:ext>
            </a:extLst>
          </p:cNvPr>
          <p:cNvSpPr/>
          <p:nvPr/>
        </p:nvSpPr>
        <p:spPr>
          <a:xfrm>
            <a:off x="224504" y="5619470"/>
            <a:ext cx="1113072" cy="9863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Bahnschrift" panose="020B0502040204020203" pitchFamily="34" charset="0"/>
              </a:rPr>
              <a:t>12</a:t>
            </a:r>
            <a:endParaRPr lang="ru-RU" sz="4800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05169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204</Words>
  <Application>Microsoft Office PowerPoint</Application>
  <PresentationFormat>Широкоэкранный</PresentationFormat>
  <Paragraphs>40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Bahnschrift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Родион Гармонов</dc:creator>
  <cp:lastModifiedBy>Родион Гармонов</cp:lastModifiedBy>
  <cp:revision>4</cp:revision>
  <dcterms:created xsi:type="dcterms:W3CDTF">2026-04-07T08:55:03Z</dcterms:created>
  <dcterms:modified xsi:type="dcterms:W3CDTF">2026-04-17T08:39:00Z</dcterms:modified>
</cp:coreProperties>
</file>