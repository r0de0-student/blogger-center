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4" r:id="rId6"/>
    <p:sldId id="265" r:id="rId7"/>
    <p:sldId id="267" r:id="rId8"/>
    <p:sldId id="268" r:id="rId9"/>
    <p:sldId id="25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3399FF"/>
    <a:srgbClr val="66CCFF"/>
    <a:srgbClr val="99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766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7:53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0 461 24575,'0'-33'0,"2"0"0,1 1 0,11-54 0,-10 72 0,0 0 0,1 0 0,0 1 0,1-1 0,1 1 0,0 0 0,0 1 0,2 0 0,-1 0 0,16-16 0,-16 20 0,1-1 0,-1 2 0,1-1 0,1 1 0,-1 1 0,1 0 0,0 0 0,1 1 0,-1 0 0,1 0 0,0 2 0,17-5 0,18-3 0,0 2 0,1 2 0,60 0 0,-93 6 0,0 1 0,-1 1 0,1 1 0,18 3 0,-26-3 0,0 1 0,0-1 0,-1 1 0,1 0 0,-1 0 0,0 0 0,0 1 0,0 0 0,0 0 0,0 0 0,-1 0 0,4 6 0,6 5 0,-1 0 0,-1 1 0,-1 1 0,0 0 0,-1 0 0,-1 1 0,-1 0 0,0 1 0,-1-1 0,-1 2 0,-1-1 0,-1 1 0,0-1 0,0 30 0,-3-28 0,0 0 0,-2 0 0,0 0 0,-6 27 0,5-41 0,0 0 0,0 0 0,-1 0 0,0 0 0,0-1 0,-1 0 0,1 0 0,-1 0 0,-1 0 0,1 0 0,-1-1 0,0 0 0,0 0 0,0 0 0,-1 0 0,-7 4 0,-214 121 0,220-124 0,0-1 0,0 1 0,0 1 0,1-1 0,0 1 0,0 0 0,0 1 0,1-1 0,0 1 0,1 0 0,-4 9 0,-3 11 0,1 1 0,-6 30 0,1-3 0,14-50 0,-1 0 0,-1 0 0,1 0 0,-1-1 0,0 1 0,0 0 0,-1-1 0,1 0 0,-1 0 0,0 0 0,-1 0 0,1-1 0,-1 1 0,0-1 0,0-1 0,-11 7 0,7-5 0,-1-2 0,0 1 0,0-1 0,0-1 0,0 0 0,-1 0 0,1-1 0,-1 0 0,-12-1 0,48-1 0,2 0 0,0 1 0,0 2 0,44 7 0,-18 1 0,1-3 0,0-2 0,0-2 0,59-6 0,-33 2 0,-58 0 0,1-2 0,0 0 0,22-7 0,-19 4 0,47-5 0,-38 7 53,46-10 0,-50 7-543,0 1-1,36-1 1,-38 7-6336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7:57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82 393 24575,'-1'-48'0,"0"21"0,1 1 0,1-1 0,7-39 0,-7 58 0,1 0 0,1 1 0,-1-1 0,1 1 0,1-1 0,-1 1 0,1 0 0,1 0 0,-1 0 0,1 1 0,0 0 0,1 0 0,-1 0 0,1 0 0,13-8 0,-6 4 0,1 1 0,0 0 0,1 1 0,0 1 0,0 0 0,1 1 0,0 1 0,0 0 0,0 1 0,1 1 0,-1 0 0,1 1 0,18 1 0,-5 1 0,-10-1 0,-1 1 0,1 1 0,38 6 0,-51-5 0,-1-1 0,0 1 0,0 1 0,0 0 0,0-1 0,-1 2 0,1-1 0,-1 1 0,1-1 0,-1 1 0,-1 1 0,1-1 0,0 1 0,-1 0 0,0 0 0,4 7 0,20 31 0,-1 2 0,-3 0 0,32 85 0,-51-114 0,-1 1 0,0-1 0,-1 1 0,-1 0 0,-1 0 0,-1 0 0,0 0 0,-1 0 0,-1 0 0,-4 18 0,4-25 0,-1 0 0,0-1 0,0 1 0,-1-1 0,0 0 0,-1 0 0,0-1 0,0 1 0,-1-1 0,0 0 0,-1 0 0,0-1 0,0 0 0,0 0 0,-1-1 0,0 0 0,0 0 0,-13 6 0,-15 6 0,-2-2 0,0-1 0,-53 12 0,67-26 0,24-1 0,0 0 0,0 0 0,-1 0 0,1 0 0,0 0 0,0-1 0,0 1 0,0 0 0,-1 0 0,1 0 0,0 0 0,0-1 0,0 1 0,0 0 0,-1 0 0,1 0 0,0-1 0,0 1 0,0 0 0,0 0 0,0-1 0,0 1 0,0 0 0,0 0 0,0-1 0,0 1 0,0 0 0,0 0 0,0-1 0,0 1 0,0 0 0,0 0 0,0-1 0,0 1 0,0 0 0,0 0 0,1 0 0,-1-1 0,0 1 0,0 0 0,0-1 0,2-1 0,1-1 0,-1 0 0,0 1 0,1-1 0,-1 1 0,1 0 0,0 0 0,0 0 0,5-3 0,13-6 0,0 1 0,1 1 0,0 0 0,1 2 0,0 1 0,38-7 0,-55 13 0,0-1 0,0 1 0,0-1 0,0 2 0,0-1 0,-1 1 0,1-1 0,0 2 0,0-1 0,-1 1 0,1-1 0,0 2 0,-1-1 0,0 1 0,0-1 0,0 1 0,0 1 0,0-1 0,0 1 0,-1 0 0,0 0 0,0 0 0,0 1 0,0-1 0,0 1 0,-1 0 0,0 0 0,0 0 0,-1 0 0,1 1 0,-1-1 0,2 8 0,1 6 0,-1 1 0,-1 0 0,0 0 0,-2 1 0,-1 22 0,-11 102 0,11-137 0,-1 0 0,0 0 0,0 0 0,-1 0 0,0-1 0,-1 1 0,1-1 0,-2 0 0,1 1 0,-1-1 0,0-1 0,0 1 0,-1-1 0,1 1 0,-2-1 0,1 0 0,-1-1 0,0 0 0,0 0 0,0 0 0,0 0 0,-1-1 0,0 0 0,0-1 0,0 1 0,-1-1 0,1-1 0,-1 1 0,1-1 0,-1-1 0,0 1 0,-14-1 0,-13 3 0,0-2 0,-1-2 0,1-1 0,-65-11 0,90 9 0,0-1 0,1 0 0,-1 0 0,-12-9 0,13 8 0,0-1 0,-1 2 0,0-1 0,-12-3 0,-46-10 0,-79-32 0,143 49-65,-1-1 0,1-1 0,0 1 0,0-1 0,0 1 0,0-1 0,0 0 0,1-1 0,-1 1 0,1-1 0,0 1 0,0-1 0,0 0 0,0 0 0,1 0 0,0-1 0,0 1 0,0-1 0,0 1 0,-1-7 0,3-4-6761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8: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15:4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24575,'-2'116'0,"5"132"0,0-224 0,1 0 0,0 0 0,2-1 0,1 1 0,0-1 0,2-1 0,1 1 0,0-2 0,2 1 0,0-2 0,1 1 0,21 22 0,-27-37 0,-1 0 0,1-1 0,0 0 0,1-1 0,-1 0 0,1 0 0,0 0 0,0-1 0,0 0 0,0-1 0,1 0 0,-1 0 0,1 0 0,11-1 0,9 1 0,0-1 0,55-7 0,-80 5 0,0 1 0,0-1 0,0 0 0,0 0 0,-1 0 0,1-1 0,0 1 0,-1-1 0,1 0 0,-1 0 0,0 0 0,1-1 0,-1 1 0,0-1 0,0 0 0,-1 1 0,6-8 0,-4 4 0,-1 0 0,0-1 0,0 1 0,0-1 0,-1 0 0,0 0 0,0 0 0,0 0 0,0-10 0,-1-5 0,0-1 0,-2 0 0,-1 0 0,0 1 0,-9-33 0,4 23 0,-2 0 0,-2 1 0,0 0 0,-3 0 0,-25-43 0,39 73 0,0 0 0,0 1 0,-1-1 0,1 0 0,0 1 0,-1-1 0,1 0 0,0 1 0,-1-1 0,1 0 0,-1 1 0,1-1 0,-1 1 0,0-1 0,1 1 0,-1-1 0,0 1 0,1 0 0,-1-1 0,0 1 0,1 0 0,-1-1 0,0 1 0,0 0 0,1 0 0,-1-1 0,0 1 0,-1 0 0,1 1 0,0 0 0,1 0 0,-1 0 0,0 0 0,1 0 0,-1 0 0,0 0 0,1 0 0,-1 0 0,1 0 0,0 0 0,-1 0 0,1 0 0,0 0 0,0 0 0,0 2 0,-2 51 0,6-22 0,17 57 0,-8-37 0,-5-20 0,25 56 0,-21-59 0,-1 0 0,8 38 0,4 35 0,52 141 0,6-4-1365,-71-214-5461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8: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16:41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556 1 24575,'1'63'0,"0"-3"0,-8 71 0,4-111 0,0 1 0,-2-1 0,0 0 0,-2 0 0,0-1 0,-1 0 0,-13 23 0,10-25 0,-16 29 0,27-45 0,-1 0 0,1 0 0,0 0 0,-1 0 0,1 0 0,0 0 0,0 0 0,0 0 0,0 0 0,0 0 0,0 0 0,0 0 0,0 0 0,0 0 0,0 0 0,1 0 0,-1 0 0,0 0 0,1 0 0,-1 0 0,0 0 0,1 0 0,0 0 0,-1-1 0,1 1 0,-1 0 0,1 0 0,0 0 0,0-1 0,-1 1 0,1 0 0,0-1 0,0 1 0,0-1 0,0 1 0,0-1 0,-1 1 0,1-1 0,0 0 0,0 1 0,2-1 0,14 3 0,1 0 0,-1-1 0,1-1 0,35-2 0,-34 0 0,0 0 0,0 2 0,-1 0 0,1 1 0,22 5 0,-36-5 0,0 0 0,0 0 0,0 0 0,0 0 0,-1 1 0,1 0 0,-1 0 0,1 0 0,-1 1 0,0-1 0,0 1 0,-1 0 0,1 0 0,-1 0 0,0 1 0,0-1 0,0 1 0,-1-1 0,1 1 0,-1 0 0,0 0 0,2 9 0,2 21 0,-1 0 0,-1 0 0,-2 1 0,-2-1 0,-6 59 0,0 2 0,6-81 0,0 1 0,-2-1 0,0 1 0,-1-1 0,0 0 0,-8 20 0,9-30 0,-1 1 0,1-1 0,-1 0 0,0 0 0,0-1 0,-1 1 0,1-1 0,-1 1 0,0-1 0,-1 0 0,1-1 0,0 1 0,-1-1 0,0 0 0,0 0 0,0 0 0,0-1 0,-1 0 0,1 0 0,-8 2 0,-25 3 0,-1-3 0,1-1 0,-1-1 0,-75-8 0,17 1 0,21 4 0,-61-2 0,129 2-105,0-1 0,0 0 0,0 0 0,0-1 0,1 0 0,-1 0 0,1-1 0,0 0 0,0 0 0,0-1 0,1 0 0,-10-9 0,-8-7-6721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16:42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0 190 24575,'10'0'0,"11"0"0,11 0 0,10 0 0,-3-9 0,1-3 0,3 1 0,3 2 0,3 3 0,-7-8 0,-2 0 0,2 2 0,-7-7 0,0 1 0,-6-6 0,1 1 0,-4 5-8191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8: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18:05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1120 200 24575,'-1'-2'0,"0"-1"0,0 0 0,0 1 0,-1 0 0,1-1 0,0 1 0,-1 0 0,1-1 0,-1 1 0,0 0 0,0 0 0,0 0 0,0 1 0,0-1 0,0 0 0,-1 1 0,-2-2 0,-45-26 0,48 28 0,-20-10 0,-1-2 0,-1 1 0,0 1 0,0 1 0,-1 1 0,-1 1 0,-43-7 0,-93 11 0,124 5 0,1-1 0,-1-1 0,0-3 0,-51-11 0,71 10 0,-1 1 0,0 0 0,0 2 0,0 0 0,0 1 0,0 1 0,-31 3 0,43-2 0,0 1 0,-1-1 0,1 1 0,0 1 0,0 0 0,0 0 0,1 0 0,-1 0 0,1 1 0,-1 0 0,1 1 0,1 0 0,-1 0 0,1 0 0,-1 0 0,1 1 0,1 0 0,-1 0 0,1 0 0,0 0 0,1 1 0,-5 9 0,-7 21 0,2 1 0,2-1 0,1 2 0,2 0 0,2 0 0,1 0 0,1 46 0,2-17 0,0-28 0,1 1 0,3-1 0,1 1 0,9 40 0,-6-62 0,1 0 0,1-1 0,0 0 0,12 18 0,16 34 0,-22-39 0,37 55 0,-20-35 0,-17-33 0,0-1 0,1 0 0,1 0 0,0-2 0,1 0 0,1-1 0,0-1 0,21 11 0,-8-9 0,-1-1 0,2-2 0,0-1 0,0-2 0,1 0 0,53 5 0,-36-8 0,0-2 0,0-2 0,67-6 0,-112 4 0,1-1 0,-1 0 0,0 0 0,0-1 0,0 1 0,-1-1 0,1 0 0,0 0 0,-1-1 0,1 1 0,-1-1 0,0 0 0,0-1 0,0 1 0,0-1 0,0 1 0,4-7 0,-4 3 0,0 1 0,0-1 0,-1 0 0,0 0 0,0 0 0,0 0 0,-1-1 0,0 1 0,-1-1 0,0 0 0,1-8 0,-2 7 0,1-1 0,-2 0 0,1 1 0,-1-1 0,0 0 0,-1 1 0,-1-1 0,1 1 0,-1 0 0,-1 0 0,0 0 0,0 0 0,0 1 0,-1-1 0,-1 1 0,1 0 0,-2 1 0,1-1 0,-9-7 0,-6 1 0,-1 1 0,-1 0 0,0 2 0,0 1 0,-1 0 0,0 2 0,-1 1 0,1 1 0,-29-3 0,-39-11 0,53 10 0,-1 3 0,-53-5 0,75 11 0,1 0 0,0 0 0,0 1 0,-1 1 0,-17 4 0,30-5 0,1 1 0,0 1 0,0-1 0,-1 1 0,1-1 0,0 1 0,0 0 0,0 1 0,1-1 0,-1 1 0,0 0 0,1-1 0,0 2 0,0-1 0,0 0 0,0 1 0,0-1 0,1 1 0,-1 0 0,-2 7 0,1-3-97,1 0-1,1 1 1,0-1-1,0 1 1,0-1-1,1 1 1,1 0-1,-1 0 1,1 0-1,1-1 1,0 1-1,0 0 0,3 9 1,8 17-6729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8: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25:41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4 536 24575,'-1'-74'0,"-1"39"0,1 1 0,2-1 0,2 0 0,11-57 0,-9 73 0,0 1 0,2 0 0,0 1 0,1-1 0,0 1 0,17-23 0,-21 34 0,2-1 0,-1 1 0,1 0 0,0 1 0,0-1 0,0 1 0,1 0 0,0 1 0,0 0 0,0 0 0,0 0 0,1 1 0,-1 0 0,1 1 0,0-1 0,0 1 0,13-1 0,15-1 0,59 2 0,-84 3 0,0-1 0,0 2 0,0-1 0,0 2 0,0-1 0,-1 2 0,1-1 0,-1 1 0,17 10 0,4 7 0,56 34 0,-77-50 0,-1 0 0,1-1 0,0 0 0,1 0 0,-1-1 0,20 4 0,-25-7 0,0 0 0,0 0 0,0-1 0,0 1 0,0-1 0,0 0 0,0-1 0,0 1 0,0-1 0,-1 0 0,1 0 0,0 0 0,-1 0 0,8-7 0,2-2 0,-1 0 0,21-25 0,-29 31 0,-5 4 0,0 1 0,1-1 0,-1 0 0,0 1 0,1-1 0,-1 1 0,1-1 0,-1 1 0,1-1 0,-1 1 0,1 0 0,-1-1 0,1 1 0,0 0 0,-1-1 0,1 1 0,-1 0 0,1 0 0,0-1 0,-1 1 0,1 0 0,0 0 0,-1 0 0,1 0 0,0 0 0,-1 0 0,1 0 0,0 0 0,-1 0 0,1 0 0,1 1 0,6 19 0,-6 44 0,-3-55 0,-2 108 0,4 164 0,15-196 0,-10-63 0,-2 1 0,3 25 0,16 166 0,-18-188 0,2 0 0,0-1 0,1 0 0,2-1 0,0 0 0,17 28 0,-16-36 0,0 0 0,-2 1 0,0 0 0,-1 1 0,0 0 0,-2 0 0,0 0 0,-1 1 0,-1 0 0,2 22 0,-8 192 0,1-227-3,-1-13-13,-2-4-1330,-3-3-5480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25:42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24575,'50'-2'0,"79"-14"0,-78 7 0,73-1 0,-77 9-455,-1-2 0,72-13 0,-88 10-6371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08: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26:03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714 1029 24575,'-15'-1'0,"1"-1"0,0 0 0,-1-1 0,1 0 0,0-2 0,0 1 0,1-2 0,-14-7 0,-101-61 0,91 50 0,-138-96 0,163 110 0,1-2 0,1 1 0,0-2 0,1 1 0,0-1 0,1-1 0,-9-18 0,-31-46 0,38 66 0,0-1 0,0 0 0,1-1 0,1 1 0,0-2 0,1 1 0,1-1 0,0 0 0,1 0 0,1-1 0,0 1 0,1-1 0,-1-17 0,2 1 0,0 11 0,1 0 0,1 1 0,1-1 0,0 1 0,2-1 0,7-29 0,-8 44 0,1 0 0,0 1 0,0-1 0,0 1 0,1 0 0,0 0 0,0 0 0,1 0 0,-1 1 0,1-1 0,0 1 0,0 0 0,0 1 0,1-1 0,-1 1 0,12-5 0,7-1 0,-1 2 0,2 0 0,26-3 0,4-3 0,-7 5 0,1 1 0,-1 2 0,1 3 0,0 2 0,55 6 0,-83-5 0,0 1 0,0 2 0,-1 0 0,1 0 0,-1 2 0,0 1 0,-1 0 0,1 2 0,-2 0 0,1 1 0,21 15 0,37 23 0,-60-38 0,1 0 0,-1 1 0,16 14 0,-28-20 0,0 0 0,0 0 0,0 0 0,-1 1 0,0-1 0,0 1 0,-1 0 0,1 0 0,-1 1 0,-1-1 0,1 1 0,2 12 0,0 17 0,-1 0 0,-2 0 0,-1 0 0,-9 69 0,7-96 0,-1 0 0,0 0 0,0 0 0,-1-1 0,-1 1 0,1-1 0,-1 0 0,-1 0 0,1 0 0,-1 0 0,-7 7 0,-7 7 0,-2-1 0,-26 21 0,30-28 0,0 2 0,0 0 0,2 0 0,-19 26 0,25-31 0,0 0 0,0-1 0,-1 0 0,0 0 0,-14 9 0,13-10 0,0 0 0,0 1 0,1 0 0,-17 22 0,4 3 0,1 1 0,-22 50 0,30-48 0,1 1 0,2-1 0,2 2 0,2 0 0,1 0 0,2 0 0,3 78 0,1-113 0,-1 11 0,2-1 0,0 1 0,1-1 0,5 24 0,-5-34 0,-1 0 0,1 0 0,1-1 0,-1 1 0,1-1 0,0 1 0,0-1 0,0 0 0,0 0 0,1 0 0,-1 0 0,1-1 0,0 0 0,0 0 0,1 0 0,-1 0 0,8 3 0,18 7 0,0-3 0,1 0 0,37 6 0,-41-10 0,16 1 0,1-2 0,-1-2 0,85-4 0,-45-1 0,-58-1 0,0-1 0,-1-1 0,1 0 0,-1-2 0,0-2 0,-1 0 0,31-16 0,-35 16 0,-9 4 0,0-1 0,-1 0 0,0-1 0,0 0 0,0 0 0,-1-1 0,0 0 0,-1-1 0,0 0 0,0 0 0,-1 0 0,0-1 0,8-17 0,-10 19 0,-1 0 0,1-1 0,-1 1 0,0-1 0,-1 0 0,0 0 0,-1 0 0,0 0 0,0 0 0,-1-1 0,0 1 0,0 0 0,-1 0 0,-1 0 0,1 0 0,-1 0 0,-4-10 0,1 9 0,0 1 0,0 0 0,-1 0 0,0 1 0,-1-1 0,0 1 0,0 1 0,0-1 0,-1 1 0,0 0 0,-1 1 0,0 0 0,-10-5 0,-11-4 0,-2 2 0,-56-17 0,53 19 0,-62-28 0,68 26 0,0 2 0,-52-14 0,45 15 0,-48-20 0,12-9 0,56 29 0,0 1 0,0 1 0,-1 0 0,-34-10 0,5 5-18,24 6-431,-1 1 0,-27-3 0,22 7-6377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7T09:26:25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636 289 24575,'0'0'0,"1"0"0,0 0 0,0 0 0,0 0 0,-1 0 0,1-1 0,0 1 0,0 0 0,-1 0 0,1-1 0,0 1 0,0 0 0,-1-1 0,1 1 0,0-1 0,-1 1 0,1-1 0,-1 0 0,1 1 0,-1-1 0,1 1 0,-1-1 0,1 0 0,-1 1 0,1-1 0,-1 0 0,1-1 0,2-28 0,-12-27 0,6 47 0,1 1 0,-1 0 0,-1 0 0,0 0 0,0 1 0,-1-1 0,0 1 0,0 0 0,-1 0 0,0 1 0,0-1 0,-1 2 0,0-1 0,0 1 0,0 0 0,-1 0 0,-14-8 0,7 7 0,-1 1 0,0 0 0,0 1 0,0 1 0,0 0 0,-1 1 0,0 1 0,1 0 0,-22 2 0,-2-1 0,13 0 0,0 1 0,0 1 0,0 1 0,-33 7 0,55-7 0,-1-1 0,0 1 0,1-1 0,-1 2 0,1-1 0,0 0 0,0 1 0,0 0 0,0 1 0,0-1 0,0 1 0,1-1 0,0 1 0,0 1 0,0-1 0,0 1 0,1-1 0,-1 1 0,1 0 0,1 0 0,-1 1 0,1-1 0,0 0 0,0 1 0,-2 7 0,-8 41 0,4-24 0,2 0 0,-5 58 0,11-79 0,0 1 0,0 0 0,1 0 0,1-1 0,0 1 0,0-1 0,1 1 0,0-1 0,0 0 0,1 0 0,0 0 0,1-1 0,7 12 0,3 0 0,1 0 0,1 0 0,1-2 0,35 30 0,-43-41 0,0 0 0,1-1 0,-1 1 0,1-2 0,0 0 0,1 0 0,-1-1 0,1 0 0,0-1 0,0-1 0,0 1 0,13-1 0,7 0 0,-1-1 0,1-2 0,0-1 0,0-2 0,44-11 0,-68 13 0,1 0 0,-1-1 0,0-1 0,-1 1 0,1-1 0,0 0 0,-1-1 0,0 0 0,0 0 0,-1-1 0,1 1 0,-1-1 0,0-1 0,-1 1 0,0-1 0,0 0 0,0 0 0,-1-1 0,0 1 0,0-1 0,-1 0 0,0 0 0,0 0 0,-1 0 0,2-10 0,-1-2 0,-1-1 0,-1-30 0,-5 497 0,3-420 0,-2 0 0,-11 48 0,8-46 0,0 0 0,-1 36 0,3-6 0,-16 73 0,10-73 0,7-35 0,-2-1 0,0 0 0,-13 30 0,15-43 0,-1-1 0,0 0 0,0-1 0,-1 1 0,0-1 0,0 0 0,-1 0 0,0-1 0,0 1 0,-1-1 0,-11 8 0,-41 22 0,33-22 0,-38 30 0,57-38 7,0-1 0,-1-1-1,0 1 1,0-1 0,0-1-1,0 1 1,0-1-1,-1-1 1,1 1 0,-1-2-1,0 1 1,1-1 0,-1 0-1,0-1 1,0 0 0,0-1-1,-13-1 1,11 0-113,0-1 0,0 0 0,0-1 0,1 0 0,-1 0 0,1-1-1,0 0 1,0-1 0,0 0 0,1-1 0,0 0 0,0 0 0,-8-11 0,-1-3-6720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5F71C3-9089-D448-9B69-BE9A6070D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96BDDE-F392-73E2-D758-8DE1D4441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6E801C-B852-4982-8601-84BC7D78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9D3E40-D226-0498-E481-F9D20D59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D5676F-52F6-F040-511B-061820CE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09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24DE6-699F-0679-1B0E-5B57BF13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EA990D-D101-10A2-2E7A-9332EB557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1C0A88-5666-FB68-9DE2-8D2A6087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75649F-4DC2-F621-15FB-DC1370FA0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10F251-64C1-63A3-37E5-97EE3066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82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A79D6-4FF2-D4B1-F887-77B99B697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00507C-E20D-E6CB-99C9-23B53B855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25121B-BCE3-1717-A9E6-F14425CA0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9A8325-9A98-C9D3-425B-036CC20B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F60D23-5200-B3E8-65A1-9E14E9EE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4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4941C-2947-1B9D-4AA8-36C63A63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5E4749-0750-D444-9D43-D9371654B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65DE6B-CDCB-EED4-24D7-08C618FEB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D973D0-EF8F-35DF-3E07-018D29CAB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3F0AB-3E98-3512-3D75-41BA5E7C9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2E8593-80D0-38A1-BF2D-02BE7C65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87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5F5DC-4CBF-2052-3A2A-D81A657F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EFFDEE-AC43-6A9C-719B-60337AB35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35F4B5-28E3-F35F-C063-CC0ECC443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ACDFF4-53D0-07A1-1A72-83BBDC5AD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916448-DE0D-BECD-FC81-431DF29A4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886114-B1DA-6225-0AF1-FEA14532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0276CD1-877A-8062-12D1-59F00711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6E51AB5-CCA8-2A9F-2A6B-C8ABB3FB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796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10DB4-4BAF-4CC9-D825-AA77E557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FF12DA-CC4E-7594-9A1D-532118E3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10F3054-6B81-8418-F895-EADD5808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CF61F1-A00C-C157-C011-16A629EFF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798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B59F6A-25DE-D2F7-3A35-C9EC3AC2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16E6CA8-95F4-3B4E-D6C7-4F0D76A72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96DB38-7224-3599-11CA-DE200D303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961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DA156-7B49-1967-A0F5-3AAD93BD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DB4D0-6544-F9F7-A458-73BC10284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B658BC-74C4-6F63-F15B-99A596421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039120-2575-AC1D-C405-87560488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80D01D-496E-A3A4-B49B-29261D990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E5123F-11C8-8AEB-8823-235261F39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89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92059-3D03-7181-D981-0CF11AA6D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2AC21D-01C7-2FA1-71E5-9265CD3EE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3EA550-0E32-72BB-40B6-A22A70A62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FEE5644-B488-A51C-15AC-C7AC0C7E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2CED1D-79C7-A995-5313-097D626F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7E978D-8748-F3D7-44AA-DD9C35C3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43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D856A8-FE68-B9EA-D2E5-F030D2FC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D0204E4-E18C-A7AF-6E61-BEA1FADB8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9BCCEC-1687-8EB6-AC41-C7A2287C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70AEA9-F9CE-C1DD-B183-48AD335E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892227-A1CC-A3A7-13C3-2558DF74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2237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9F0FE49-01E3-13BF-3C6B-D949FB338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221114-D917-01F8-D1F7-F02426001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AC5D6-3C22-1653-5542-4801EE14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CC295D-977B-2E66-2DFB-E42AE7542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FECE6F-B94D-5832-5AF6-5E7AF5AB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04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66B54C-6040-0275-B160-9F3183E7A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0B7DBE-40C9-3021-E729-790BECBF3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CE0092-070E-5540-0FDB-B8B5800DC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15A2B-AE4F-471D-BB0D-414F97FB88AD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3761DC-DB28-0946-6597-538009A0C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79F5FE-C94A-7076-D829-8CEB51683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00D0F-44FD-4114-9009-FF4231C2A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95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customXml" Target="../ink/ink7.xm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customXml" Target="../ink/ink6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C5855FD-EAAE-A5A9-57E6-3526E8A21137}"/>
              </a:ext>
            </a:extLst>
          </p:cNvPr>
          <p:cNvSpPr/>
          <p:nvPr/>
        </p:nvSpPr>
        <p:spPr>
          <a:xfrm>
            <a:off x="-2235199" y="0"/>
            <a:ext cx="60960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4523D6-B3CE-FD88-40BE-F8E486062817}"/>
              </a:ext>
            </a:extLst>
          </p:cNvPr>
          <p:cNvSpPr/>
          <p:nvPr/>
        </p:nvSpPr>
        <p:spPr>
          <a:xfrm>
            <a:off x="-3451101" y="0"/>
            <a:ext cx="6555179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B4CDA7F-4517-DFD3-F015-9E0CDC948556}"/>
              </a:ext>
            </a:extLst>
          </p:cNvPr>
          <p:cNvSpPr/>
          <p:nvPr/>
        </p:nvSpPr>
        <p:spPr>
          <a:xfrm>
            <a:off x="-4207824" y="0"/>
            <a:ext cx="6555179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AE6AAFC-4B4D-4F30-02F8-E82D58AC7369}"/>
              </a:ext>
            </a:extLst>
          </p:cNvPr>
          <p:cNvSpPr/>
          <p:nvPr/>
        </p:nvSpPr>
        <p:spPr>
          <a:xfrm>
            <a:off x="-4964547" y="0"/>
            <a:ext cx="6555179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6505498-4D5C-1146-BDF3-0750D233DCCD}"/>
              </a:ext>
            </a:extLst>
          </p:cNvPr>
          <p:cNvSpPr/>
          <p:nvPr/>
        </p:nvSpPr>
        <p:spPr>
          <a:xfrm>
            <a:off x="-5742378" y="0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6A1C05-8D44-BC3B-3536-8D72CDB3603B}"/>
              </a:ext>
            </a:extLst>
          </p:cNvPr>
          <p:cNvSpPr txBox="1"/>
          <p:nvPr/>
        </p:nvSpPr>
        <p:spPr>
          <a:xfrm>
            <a:off x="4467760" y="443567"/>
            <a:ext cx="72333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1" dirty="0">
                <a:latin typeface="Bahnschrift" panose="020B0502040204020203" pitchFamily="34" charset="0"/>
              </a:rPr>
              <a:t>BloGGing -  CenteR</a:t>
            </a:r>
            <a:br>
              <a:rPr lang="ru-RU" sz="4800" dirty="0">
                <a:latin typeface="Bahnschrift" panose="020B0502040204020203" pitchFamily="34" charset="0"/>
              </a:rPr>
            </a:br>
            <a:r>
              <a:rPr lang="ru-RU" sz="2800" dirty="0">
                <a:latin typeface="Bahnschrift" panose="020B0502040204020203" pitchFamily="34" charset="0"/>
              </a:rPr>
              <a:t>Платформа для ведения тематических блогов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F46ABB-900A-9DC3-A78D-6D00E1AF502F}"/>
              </a:ext>
            </a:extLst>
          </p:cNvPr>
          <p:cNvSpPr txBox="1"/>
          <p:nvPr/>
        </p:nvSpPr>
        <p:spPr>
          <a:xfrm>
            <a:off x="4319980" y="4586514"/>
            <a:ext cx="850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" panose="020B0502040204020203" pitchFamily="34" charset="0"/>
              </a:rPr>
              <a:t>Модуль 2: </a:t>
            </a:r>
            <a:r>
              <a:rPr lang="en-US" sz="3200" dirty="0">
                <a:latin typeface="Bahnschrift" panose="020B0502040204020203" pitchFamily="34" charset="0"/>
              </a:rPr>
              <a:t>MVP (Minimum Viable Product)</a:t>
            </a:r>
            <a:endParaRPr lang="ru-RU" sz="3200" dirty="0"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C63608-97A3-9F9A-719D-3849C22EBDCB}"/>
              </a:ext>
            </a:extLst>
          </p:cNvPr>
          <p:cNvSpPr txBox="1"/>
          <p:nvPr/>
        </p:nvSpPr>
        <p:spPr>
          <a:xfrm>
            <a:off x="4107540" y="5897916"/>
            <a:ext cx="795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" panose="020B0502040204020203" pitchFamily="34" charset="0"/>
              </a:rPr>
              <a:t>Гармонов Родион Андреевич (ПИб-242)</a:t>
            </a:r>
          </a:p>
          <a:p>
            <a:r>
              <a:rPr lang="ru-RU" sz="2000" dirty="0">
                <a:latin typeface="Bahnschrift" panose="020B0502040204020203" pitchFamily="34" charset="0"/>
              </a:rPr>
              <a:t>Репозиторий: </a:t>
            </a:r>
            <a:r>
              <a:rPr lang="en-US" sz="2000" u="sng" dirty="0">
                <a:solidFill>
                  <a:srgbClr val="0070C0"/>
                </a:solidFill>
                <a:latin typeface="Bahnschrift" panose="020B0502040204020203" pitchFamily="34" charset="0"/>
              </a:rPr>
              <a:t>https://github.com/r0de0-student/BloGGer-CenteR</a:t>
            </a:r>
            <a:endParaRPr lang="ru-RU" sz="2000" u="sng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2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C5A8-97F1-18D5-1F14-F402E824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54F66D-7F57-0B1B-CFCC-B87B41336081}"/>
              </a:ext>
            </a:extLst>
          </p:cNvPr>
          <p:cNvSpPr/>
          <p:nvPr/>
        </p:nvSpPr>
        <p:spPr>
          <a:xfrm>
            <a:off x="-2235200" y="0"/>
            <a:ext cx="144272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5D73E66-63C1-542E-F801-F2009E035158}"/>
              </a:ext>
            </a:extLst>
          </p:cNvPr>
          <p:cNvSpPr/>
          <p:nvPr/>
        </p:nvSpPr>
        <p:spPr>
          <a:xfrm>
            <a:off x="-3451101" y="0"/>
            <a:ext cx="6555179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BF0C138-1E0C-E1D4-B99D-7F9414DB6A68}"/>
              </a:ext>
            </a:extLst>
          </p:cNvPr>
          <p:cNvSpPr/>
          <p:nvPr/>
        </p:nvSpPr>
        <p:spPr>
          <a:xfrm>
            <a:off x="-4207824" y="0"/>
            <a:ext cx="6555179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4C3042-F0A3-C4A4-8AFE-83E8EC323B4A}"/>
              </a:ext>
            </a:extLst>
          </p:cNvPr>
          <p:cNvSpPr/>
          <p:nvPr/>
        </p:nvSpPr>
        <p:spPr>
          <a:xfrm>
            <a:off x="-4964547" y="0"/>
            <a:ext cx="6555179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173E3B5-A55E-9559-30BC-9578724FECF6}"/>
              </a:ext>
            </a:extLst>
          </p:cNvPr>
          <p:cNvSpPr/>
          <p:nvPr/>
        </p:nvSpPr>
        <p:spPr>
          <a:xfrm>
            <a:off x="-5742378" y="0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3DC71-B70E-3A9E-C1BA-190F16742BF5}"/>
              </a:ext>
            </a:extLst>
          </p:cNvPr>
          <p:cNvSpPr txBox="1"/>
          <p:nvPr/>
        </p:nvSpPr>
        <p:spPr>
          <a:xfrm>
            <a:off x="3314700" y="1090811"/>
            <a:ext cx="88773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Bahnschrift" panose="020B0502040204020203" pitchFamily="34" charset="0"/>
              </a:rPr>
              <a:t>О проекте:</a:t>
            </a:r>
            <a:br>
              <a:rPr lang="ru-RU" sz="2400" dirty="0">
                <a:latin typeface="Bahnschrift" panose="020B0502040204020203" pitchFamily="34" charset="0"/>
              </a:rPr>
            </a:br>
            <a:r>
              <a:rPr lang="ru-RU" sz="2400" dirty="0">
                <a:latin typeface="Bahnschrift" panose="020B0502040204020203" pitchFamily="34" charset="0"/>
              </a:rPr>
              <a:t>BloGGing CenteR — это веб-платформа для создания и ведения блогов.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Целевая аудитория:</a:t>
            </a:r>
            <a:endParaRPr lang="ru-RU" sz="2400" dirty="0">
              <a:latin typeface="Bahnschrift" panose="020B0502040204020203" pitchFamily="34" charset="0"/>
            </a:endParaRPr>
          </a:p>
          <a:p>
            <a:r>
              <a:rPr lang="ru-RU" sz="2400" b="1" dirty="0">
                <a:latin typeface="Bahnschrift" panose="020B0502040204020203" pitchFamily="34" charset="0"/>
              </a:rPr>
              <a:t>- Авторы</a:t>
            </a:r>
            <a:r>
              <a:rPr lang="ru-RU" sz="2400" dirty="0">
                <a:latin typeface="Bahnschrift" panose="020B0502040204020203" pitchFamily="34" charset="0"/>
              </a:rPr>
              <a:t> — создают блоги и публикуют статьи;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- Читатели</a:t>
            </a:r>
            <a:r>
              <a:rPr lang="ru-RU" sz="2400" dirty="0">
                <a:latin typeface="Bahnschrift" panose="020B0502040204020203" pitchFamily="34" charset="0"/>
              </a:rPr>
              <a:t> — читают статьи, комментируют, подписываются;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- Администратор</a:t>
            </a:r>
            <a:r>
              <a:rPr lang="ru-RU" sz="2400" dirty="0">
                <a:latin typeface="Bahnschrift" panose="020B0502040204020203" pitchFamily="34" charset="0"/>
              </a:rPr>
              <a:t> — управляет пользователями и модерирует контент;</a:t>
            </a:r>
          </a:p>
          <a:p>
            <a:r>
              <a:rPr lang="ru-RU" sz="2400" b="1" dirty="0">
                <a:latin typeface="Bahnschrift" panose="020B0502040204020203" pitchFamily="34" charset="0"/>
              </a:rPr>
              <a:t>Основной функционал MVP:</a:t>
            </a:r>
            <a:endParaRPr lang="ru-RU" sz="24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Регистрация и аутентификация;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Управление блогом (создание, редактирование);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Публикация статей (CRUD);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Система комментариев;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Bahnschrift" panose="020B0502040204020203" pitchFamily="34" charset="0"/>
              </a:rPr>
              <a:t>Админ-панель (блокировка пользователей);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8BF56-17DF-AD15-E2C4-45EE91A09F82}"/>
              </a:ext>
            </a:extLst>
          </p:cNvPr>
          <p:cNvSpPr txBox="1"/>
          <p:nvPr/>
        </p:nvSpPr>
        <p:spPr>
          <a:xfrm>
            <a:off x="4711700" y="278825"/>
            <a:ext cx="6555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Краткое описание приложения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DFB5897D-3A74-9D6F-65D2-40763F6E1C4B}"/>
                  </a:ext>
                </a:extLst>
              </p14:cNvPr>
              <p14:cNvContentPartPr/>
              <p14:nvPr/>
            </p14:nvContentPartPr>
            <p14:xfrm>
              <a:off x="11607540" y="6324020"/>
              <a:ext cx="443160" cy="408240"/>
            </p14:xfrm>
          </p:contentPart>
        </mc:Choice>
        <mc:Fallback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DFB5897D-3A74-9D6F-65D2-40763F6E1C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01420" y="6317900"/>
                <a:ext cx="455400" cy="42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5874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C0B81-6736-A949-2E10-F678BE45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DCB34BD-BC34-6A75-EF38-CC2DFF263FFE}"/>
              </a:ext>
            </a:extLst>
          </p:cNvPr>
          <p:cNvSpPr/>
          <p:nvPr/>
        </p:nvSpPr>
        <p:spPr>
          <a:xfrm>
            <a:off x="-2235200" y="0"/>
            <a:ext cx="144272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6997E66-1E4E-B767-7449-A7E78BEF9680}"/>
              </a:ext>
            </a:extLst>
          </p:cNvPr>
          <p:cNvSpPr/>
          <p:nvPr/>
        </p:nvSpPr>
        <p:spPr>
          <a:xfrm>
            <a:off x="-3451101" y="0"/>
            <a:ext cx="15643101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2AE98D-0520-8E4B-3B03-DBDA05E7C116}"/>
              </a:ext>
            </a:extLst>
          </p:cNvPr>
          <p:cNvSpPr/>
          <p:nvPr/>
        </p:nvSpPr>
        <p:spPr>
          <a:xfrm>
            <a:off x="-4207824" y="0"/>
            <a:ext cx="6555179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5EBBFF-47EC-034A-D80E-5E242E67E393}"/>
              </a:ext>
            </a:extLst>
          </p:cNvPr>
          <p:cNvSpPr/>
          <p:nvPr/>
        </p:nvSpPr>
        <p:spPr>
          <a:xfrm>
            <a:off x="-4964547" y="0"/>
            <a:ext cx="6555179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98E00B-9438-2C6D-2B77-7C1891683286}"/>
              </a:ext>
            </a:extLst>
          </p:cNvPr>
          <p:cNvSpPr/>
          <p:nvPr/>
        </p:nvSpPr>
        <p:spPr>
          <a:xfrm>
            <a:off x="-5742378" y="0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A7E7C-FEFE-AEC9-9D65-AFA5C099AF3E}"/>
              </a:ext>
            </a:extLst>
          </p:cNvPr>
          <p:cNvSpPr txBox="1"/>
          <p:nvPr/>
        </p:nvSpPr>
        <p:spPr>
          <a:xfrm>
            <a:off x="4370449" y="266125"/>
            <a:ext cx="6555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Структура файлов проекта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79D325-3212-E4AF-676C-93FDE3276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556" y="990025"/>
            <a:ext cx="7352228" cy="54909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70E174BD-0990-50C9-7111-C44101E45135}"/>
                  </a:ext>
                </a:extLst>
              </p14:cNvPr>
              <p14:cNvContentPartPr/>
              <p14:nvPr/>
            </p14:nvContentPartPr>
            <p14:xfrm>
              <a:off x="11578020" y="6284420"/>
              <a:ext cx="300240" cy="44928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70E174BD-0990-50C9-7111-C44101E451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71900" y="6278300"/>
                <a:ext cx="312480" cy="46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565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AA26-44A0-5D97-ABB6-5462D267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04D3AD-39D4-9FDA-399A-B5693D0F492F}"/>
              </a:ext>
            </a:extLst>
          </p:cNvPr>
          <p:cNvSpPr/>
          <p:nvPr/>
        </p:nvSpPr>
        <p:spPr>
          <a:xfrm>
            <a:off x="-2235200" y="0"/>
            <a:ext cx="144272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4946CB1-AE4C-3C6D-2486-CB6EBC4C0BA2}"/>
              </a:ext>
            </a:extLst>
          </p:cNvPr>
          <p:cNvSpPr/>
          <p:nvPr/>
        </p:nvSpPr>
        <p:spPr>
          <a:xfrm>
            <a:off x="-3451101" y="0"/>
            <a:ext cx="15643101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227780-729C-2789-1540-D7B919BB43A7}"/>
              </a:ext>
            </a:extLst>
          </p:cNvPr>
          <p:cNvSpPr/>
          <p:nvPr/>
        </p:nvSpPr>
        <p:spPr>
          <a:xfrm>
            <a:off x="-4207824" y="0"/>
            <a:ext cx="16399824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F3AEAD3-23B5-4ACF-44B8-173B940E277B}"/>
              </a:ext>
            </a:extLst>
          </p:cNvPr>
          <p:cNvSpPr/>
          <p:nvPr/>
        </p:nvSpPr>
        <p:spPr>
          <a:xfrm>
            <a:off x="-4964547" y="0"/>
            <a:ext cx="6555179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EC2EB16-E79C-1F34-E759-FEC15D091845}"/>
              </a:ext>
            </a:extLst>
          </p:cNvPr>
          <p:cNvSpPr/>
          <p:nvPr/>
        </p:nvSpPr>
        <p:spPr>
          <a:xfrm>
            <a:off x="-5742378" y="0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9E386-DC90-725E-C637-2248058C9F74}"/>
              </a:ext>
            </a:extLst>
          </p:cNvPr>
          <p:cNvSpPr txBox="1"/>
          <p:nvPr/>
        </p:nvSpPr>
        <p:spPr>
          <a:xfrm>
            <a:off x="4370449" y="266125"/>
            <a:ext cx="6555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Скриншоты веб-страниц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DD98B8-D6D2-0AFF-4FDE-0397A4C4F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1925" y="683540"/>
            <a:ext cx="7352228" cy="54909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6751E251-86F7-7B56-321F-76F8CBA8E5C7}"/>
                  </a:ext>
                </a:extLst>
              </p14:cNvPr>
              <p14:cNvContentPartPr/>
              <p14:nvPr/>
            </p14:nvContentPartPr>
            <p14:xfrm>
              <a:off x="5867280" y="396198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6751E251-86F7-7B56-321F-76F8CBA8E5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1160" y="39558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21DBF4-7BA1-BFA9-637C-274C43628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2386" y="-2090305"/>
            <a:ext cx="3809539" cy="203134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CAB06E2-E2E4-F56A-F697-B0CD6DBA7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546" y="1066320"/>
            <a:ext cx="5835011" cy="178121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D29408F-1E2A-22C6-5260-D36DFD6E0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051" y="2939369"/>
            <a:ext cx="5835011" cy="1898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43F5657-1A6F-F22E-8229-4D1E6262C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40444" y="-2421971"/>
            <a:ext cx="3715016" cy="160836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A0428BD-E447-B5F8-1109-D65ECA8749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8546" y="4936003"/>
            <a:ext cx="5338623" cy="170571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83672E9-5284-4CB8-765B-B524D5A90F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4170" y="-2723628"/>
            <a:ext cx="5657374" cy="22092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Рукописный ввод 22">
                <a:extLst>
                  <a:ext uri="{FF2B5EF4-FFF2-40B4-BE49-F238E27FC236}">
                    <a16:creationId xmlns:a16="http://schemas.microsoft.com/office/drawing/2014/main" id="{D78124B8-FBE1-A6FF-933E-788401530C9C}"/>
                  </a:ext>
                </a:extLst>
              </p14:cNvPr>
              <p14:cNvContentPartPr/>
              <p14:nvPr/>
            </p14:nvContentPartPr>
            <p14:xfrm>
              <a:off x="11363646" y="6241240"/>
              <a:ext cx="243000" cy="468000"/>
            </p14:xfrm>
          </p:contentPart>
        </mc:Choice>
        <mc:Fallback>
          <p:pic>
            <p:nvPicPr>
              <p:cNvPr id="23" name="Рукописный ввод 22">
                <a:extLst>
                  <a:ext uri="{FF2B5EF4-FFF2-40B4-BE49-F238E27FC236}">
                    <a16:creationId xmlns:a16="http://schemas.microsoft.com/office/drawing/2014/main" id="{D78124B8-FBE1-A6FF-933E-788401530C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57526" y="6235120"/>
                <a:ext cx="255240" cy="48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0678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C0A93-0BAA-A3C2-446B-2F2A2DE0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15D2AE5-FCCA-179C-00B8-83DF42EFAD9A}"/>
              </a:ext>
            </a:extLst>
          </p:cNvPr>
          <p:cNvSpPr/>
          <p:nvPr/>
        </p:nvSpPr>
        <p:spPr>
          <a:xfrm>
            <a:off x="-2235200" y="0"/>
            <a:ext cx="144272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AC9087C-9ABE-BE43-8BC2-B38A770C76E6}"/>
              </a:ext>
            </a:extLst>
          </p:cNvPr>
          <p:cNvSpPr/>
          <p:nvPr/>
        </p:nvSpPr>
        <p:spPr>
          <a:xfrm>
            <a:off x="-3451101" y="0"/>
            <a:ext cx="15643101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C971EBF-3B8C-5DDA-5FF9-DAFDCC63B5CB}"/>
              </a:ext>
            </a:extLst>
          </p:cNvPr>
          <p:cNvSpPr/>
          <p:nvPr/>
        </p:nvSpPr>
        <p:spPr>
          <a:xfrm>
            <a:off x="-4207824" y="0"/>
            <a:ext cx="16399824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A855681-C060-A96C-3C44-A3CB67FEC8DA}"/>
              </a:ext>
            </a:extLst>
          </p:cNvPr>
          <p:cNvSpPr/>
          <p:nvPr/>
        </p:nvSpPr>
        <p:spPr>
          <a:xfrm>
            <a:off x="-4964547" y="0"/>
            <a:ext cx="6555179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8482234-0718-400F-7E17-120687F586E8}"/>
              </a:ext>
            </a:extLst>
          </p:cNvPr>
          <p:cNvSpPr/>
          <p:nvPr/>
        </p:nvSpPr>
        <p:spPr>
          <a:xfrm>
            <a:off x="-5742378" y="0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FC7C3-F587-20C3-E89A-CCB97B5FB8F0}"/>
              </a:ext>
            </a:extLst>
          </p:cNvPr>
          <p:cNvSpPr txBox="1"/>
          <p:nvPr/>
        </p:nvSpPr>
        <p:spPr>
          <a:xfrm>
            <a:off x="4370449" y="266125"/>
            <a:ext cx="6555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Скриншоты веб-страниц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49ADCA12-CD45-2446-994E-87482B599485}"/>
                  </a:ext>
                </a:extLst>
              </p14:cNvPr>
              <p14:cNvContentPartPr/>
              <p14:nvPr/>
            </p14:nvContentPartPr>
            <p14:xfrm>
              <a:off x="5867280" y="396198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49ADCA12-CD45-2446-994E-87482B5994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1160" y="39558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5A0B49-5354-9A23-38B3-B42AED9CC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330" y="865034"/>
            <a:ext cx="5807265" cy="309658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1489ABD-1888-E3EE-2AD7-03BDC5D5B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355220" y="979027"/>
            <a:ext cx="5835011" cy="178121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0F2207-2A84-5896-C3A2-B189D61D40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151" y="3037736"/>
            <a:ext cx="5835011" cy="18982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353B5C-003F-76F7-DCC0-FC127AEC6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7355" y="4100477"/>
            <a:ext cx="4010268" cy="219366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E145C0A-89EB-A4BA-F4EF-3F9456BA16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066986" y="4936003"/>
            <a:ext cx="5338623" cy="170571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33D5C28-A7D5-56BC-9967-644F74B0A4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345" y="4091608"/>
            <a:ext cx="4455673" cy="2202537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7A5573B1-12FF-8EBE-36B4-BBC7257287E0}"/>
              </a:ext>
            </a:extLst>
          </p:cNvPr>
          <p:cNvGrpSpPr/>
          <p:nvPr/>
        </p:nvGrpSpPr>
        <p:grpSpPr>
          <a:xfrm>
            <a:off x="11496720" y="6141870"/>
            <a:ext cx="453960" cy="511560"/>
            <a:chOff x="11496720" y="6141870"/>
            <a:chExt cx="45396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Рукописный ввод 3">
                  <a:extLst>
                    <a:ext uri="{FF2B5EF4-FFF2-40B4-BE49-F238E27FC236}">
                      <a16:creationId xmlns:a16="http://schemas.microsoft.com/office/drawing/2014/main" id="{BC5DCCCC-8988-213B-D538-50EB811995EF}"/>
                    </a:ext>
                  </a:extLst>
                </p14:cNvPr>
                <p14:cNvContentPartPr/>
                <p14:nvPr/>
              </p14:nvContentPartPr>
              <p14:xfrm>
                <a:off x="11496720" y="6209910"/>
                <a:ext cx="300600" cy="443520"/>
              </p14:xfrm>
            </p:contentPart>
          </mc:Choice>
          <mc:Fallback>
            <p:pic>
              <p:nvPicPr>
                <p:cNvPr id="4" name="Рукописный ввод 3">
                  <a:extLst>
                    <a:ext uri="{FF2B5EF4-FFF2-40B4-BE49-F238E27FC236}">
                      <a16:creationId xmlns:a16="http://schemas.microsoft.com/office/drawing/2014/main" id="{BC5DCCCC-8988-213B-D538-50EB811995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490600" y="6203790"/>
                  <a:ext cx="3128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Рукописный ввод 10">
                  <a:extLst>
                    <a:ext uri="{FF2B5EF4-FFF2-40B4-BE49-F238E27FC236}">
                      <a16:creationId xmlns:a16="http://schemas.microsoft.com/office/drawing/2014/main" id="{5A3AF7BE-64B8-CA77-D74C-DF7061CB8E38}"/>
                    </a:ext>
                  </a:extLst>
                </p14:cNvPr>
                <p14:cNvContentPartPr/>
                <p14:nvPr/>
              </p14:nvContentPartPr>
              <p14:xfrm>
                <a:off x="11734320" y="6141870"/>
                <a:ext cx="216360" cy="68400"/>
              </p14:xfrm>
            </p:contentPart>
          </mc:Choice>
          <mc:Fallback>
            <p:pic>
              <p:nvPicPr>
                <p:cNvPr id="11" name="Рукописный ввод 10">
                  <a:extLst>
                    <a:ext uri="{FF2B5EF4-FFF2-40B4-BE49-F238E27FC236}">
                      <a16:creationId xmlns:a16="http://schemas.microsoft.com/office/drawing/2014/main" id="{5A3AF7BE-64B8-CA77-D74C-DF7061CB8E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28200" y="6135750"/>
                  <a:ext cx="228600" cy="80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3806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31E2-C683-AACF-5102-68BD31D4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03FF7B-5073-1D1B-C8DF-1A6BA25189DF}"/>
              </a:ext>
            </a:extLst>
          </p:cNvPr>
          <p:cNvSpPr/>
          <p:nvPr/>
        </p:nvSpPr>
        <p:spPr>
          <a:xfrm>
            <a:off x="-2235200" y="0"/>
            <a:ext cx="144272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0C1DB9E-39D0-9C1A-C4D2-AC3CA2150853}"/>
              </a:ext>
            </a:extLst>
          </p:cNvPr>
          <p:cNvSpPr/>
          <p:nvPr/>
        </p:nvSpPr>
        <p:spPr>
          <a:xfrm>
            <a:off x="-3451101" y="0"/>
            <a:ext cx="15643101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752E8E7-CAC2-E479-D364-32AD9128E508}"/>
              </a:ext>
            </a:extLst>
          </p:cNvPr>
          <p:cNvSpPr/>
          <p:nvPr/>
        </p:nvSpPr>
        <p:spPr>
          <a:xfrm>
            <a:off x="-4207824" y="0"/>
            <a:ext cx="16399824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4597F5-8BE7-C0F4-1511-D2E8DC04233B}"/>
              </a:ext>
            </a:extLst>
          </p:cNvPr>
          <p:cNvSpPr/>
          <p:nvPr/>
        </p:nvSpPr>
        <p:spPr>
          <a:xfrm>
            <a:off x="-4964547" y="0"/>
            <a:ext cx="17156547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6F78269-526C-4D7A-B5DC-AF20C9237813}"/>
              </a:ext>
            </a:extLst>
          </p:cNvPr>
          <p:cNvSpPr/>
          <p:nvPr/>
        </p:nvSpPr>
        <p:spPr>
          <a:xfrm>
            <a:off x="-5742378" y="0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0B1CE-B335-774D-B7E0-0431C6D0773C}"/>
              </a:ext>
            </a:extLst>
          </p:cNvPr>
          <p:cNvSpPr txBox="1"/>
          <p:nvPr/>
        </p:nvSpPr>
        <p:spPr>
          <a:xfrm>
            <a:off x="3613726" y="189925"/>
            <a:ext cx="6555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Репозиторий проекта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2179F4C4-96D2-E327-1BAF-18BB81A25409}"/>
                  </a:ext>
                </a:extLst>
              </p14:cNvPr>
              <p14:cNvContentPartPr/>
              <p14:nvPr/>
            </p14:nvContentPartPr>
            <p14:xfrm>
              <a:off x="5867280" y="396198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2179F4C4-96D2-E327-1BAF-18BB81A254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1160" y="39558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C913B4A-CC3D-AC53-64B0-4C5894469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355220" y="979027"/>
            <a:ext cx="5835011" cy="178121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F4C9A0F-9B12-25A6-4502-0276F932AF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49151" y="3037736"/>
            <a:ext cx="5835011" cy="189826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F360C33-F541-3651-775B-3C20B6603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066986" y="4936003"/>
            <a:ext cx="5338623" cy="170571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D6E794B-4B81-68CF-56CC-4A4B97C232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0964" y="964625"/>
            <a:ext cx="8107941" cy="53998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E142D2B7-5EDA-2719-0808-C22DD54C9CFA}"/>
                  </a:ext>
                </a:extLst>
              </p14:cNvPr>
              <p14:cNvContentPartPr/>
              <p14:nvPr/>
            </p14:nvContentPartPr>
            <p14:xfrm>
              <a:off x="11274960" y="6081330"/>
              <a:ext cx="403200" cy="49320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E142D2B7-5EDA-2719-0808-C22DD54C9C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68840" y="6075210"/>
                <a:ext cx="415440" cy="5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456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D2238-8361-A96F-5B77-2D93DECF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E79392-AD54-4168-4ECD-551212FCC8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FD8EAC2-81FC-15C7-A91C-AE9ABD09E1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92588-C13D-778F-2F66-AB28D2600674}"/>
              </a:ext>
            </a:extLst>
          </p:cNvPr>
          <p:cNvSpPr txBox="1"/>
          <p:nvPr/>
        </p:nvSpPr>
        <p:spPr>
          <a:xfrm>
            <a:off x="2818410" y="247075"/>
            <a:ext cx="6555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Распределение обязанностей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45723AF7-D543-16FB-4770-9388C8348942}"/>
                  </a:ext>
                </a:extLst>
              </p14:cNvPr>
              <p14:cNvContentPartPr/>
              <p14:nvPr/>
            </p14:nvContentPartPr>
            <p14:xfrm>
              <a:off x="5867280" y="396198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45723AF7-D543-16FB-4770-9388C83489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1160" y="39558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C49F876-C49E-7581-3182-0436A55D2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0964" y="7345360"/>
            <a:ext cx="8107941" cy="539984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B44138B-177E-780B-4B79-F9670E3CE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138" y="1319210"/>
            <a:ext cx="9521591" cy="4071940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E61B30E1-9DF4-36FF-C6A7-140BFE13F160}"/>
              </a:ext>
            </a:extLst>
          </p:cNvPr>
          <p:cNvGrpSpPr/>
          <p:nvPr/>
        </p:nvGrpSpPr>
        <p:grpSpPr>
          <a:xfrm>
            <a:off x="11352380" y="6068340"/>
            <a:ext cx="470160" cy="571680"/>
            <a:chOff x="11352380" y="6068340"/>
            <a:chExt cx="470160" cy="5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Рукописный ввод 12">
                  <a:extLst>
                    <a:ext uri="{FF2B5EF4-FFF2-40B4-BE49-F238E27FC236}">
                      <a16:creationId xmlns:a16="http://schemas.microsoft.com/office/drawing/2014/main" id="{417BBB5F-1700-FC62-4320-AD423662D083}"/>
                    </a:ext>
                  </a:extLst>
                </p14:cNvPr>
                <p14:cNvContentPartPr/>
                <p14:nvPr/>
              </p14:nvContentPartPr>
              <p14:xfrm>
                <a:off x="11352380" y="6068340"/>
                <a:ext cx="383760" cy="571680"/>
              </p14:xfrm>
            </p:contentPart>
          </mc:Choice>
          <mc:Fallback>
            <p:pic>
              <p:nvPicPr>
                <p:cNvPr id="13" name="Рукописный ввод 12">
                  <a:extLst>
                    <a:ext uri="{FF2B5EF4-FFF2-40B4-BE49-F238E27FC236}">
                      <a16:creationId xmlns:a16="http://schemas.microsoft.com/office/drawing/2014/main" id="{417BBB5F-1700-FC62-4320-AD423662D0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46260" y="6062220"/>
                  <a:ext cx="39600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Рукописный ввод 17">
                  <a:extLst>
                    <a:ext uri="{FF2B5EF4-FFF2-40B4-BE49-F238E27FC236}">
                      <a16:creationId xmlns:a16="http://schemas.microsoft.com/office/drawing/2014/main" id="{F1B45F1F-E19C-76C0-9A51-5F3EA17360A0}"/>
                    </a:ext>
                  </a:extLst>
                </p14:cNvPr>
                <p14:cNvContentPartPr/>
                <p14:nvPr/>
              </p14:nvContentPartPr>
              <p14:xfrm>
                <a:off x="11607620" y="6352380"/>
                <a:ext cx="214920" cy="23040"/>
              </p14:xfrm>
            </p:contentPart>
          </mc:Choice>
          <mc:Fallback>
            <p:pic>
              <p:nvPicPr>
                <p:cNvPr id="18" name="Рукописный ввод 17">
                  <a:extLst>
                    <a:ext uri="{FF2B5EF4-FFF2-40B4-BE49-F238E27FC236}">
                      <a16:creationId xmlns:a16="http://schemas.microsoft.com/office/drawing/2014/main" id="{F1B45F1F-E19C-76C0-9A51-5F3EA17360A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01500" y="6346260"/>
                  <a:ext cx="22716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6639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BF69-65E4-3EE5-0529-60662B20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1EC1B9-B2F7-9409-53BC-A122020E0647}"/>
              </a:ext>
            </a:extLst>
          </p:cNvPr>
          <p:cNvSpPr txBox="1"/>
          <p:nvPr/>
        </p:nvSpPr>
        <p:spPr>
          <a:xfrm>
            <a:off x="2609568" y="266125"/>
            <a:ext cx="3256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Итоги модуля 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519C98C5-372A-B101-0E81-3470908D6E59}"/>
                  </a:ext>
                </a:extLst>
              </p14:cNvPr>
              <p14:cNvContentPartPr/>
              <p14:nvPr/>
            </p14:nvContentPartPr>
            <p14:xfrm>
              <a:off x="5867280" y="396198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519C98C5-372A-B101-0E81-3470908D6E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1160" y="39558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154FB37-3BA0-B2C8-A331-8EBCBC5C7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203" y="-4931630"/>
            <a:ext cx="9521591" cy="407194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0455397-6577-5AC9-A581-C2551801D0DF}"/>
              </a:ext>
            </a:extLst>
          </p:cNvPr>
          <p:cNvSpPr/>
          <p:nvPr/>
        </p:nvSpPr>
        <p:spPr>
          <a:xfrm>
            <a:off x="8236517" y="0"/>
            <a:ext cx="6096000" cy="6858000"/>
          </a:xfrm>
          <a:prstGeom prst="rect">
            <a:avLst/>
          </a:prstGeom>
          <a:solidFill>
            <a:srgbClr val="CCE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099EB5E-72A5-8E99-8E8D-AEC11B54C29D}"/>
              </a:ext>
            </a:extLst>
          </p:cNvPr>
          <p:cNvSpPr/>
          <p:nvPr/>
        </p:nvSpPr>
        <p:spPr>
          <a:xfrm>
            <a:off x="9014348" y="0"/>
            <a:ext cx="6555179" cy="6858000"/>
          </a:xfrm>
          <a:prstGeom prst="rect">
            <a:avLst/>
          </a:prstGeom>
          <a:solidFill>
            <a:srgbClr val="99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4ACAAE-72C5-A285-0AFB-29F1054651FF}"/>
              </a:ext>
            </a:extLst>
          </p:cNvPr>
          <p:cNvSpPr/>
          <p:nvPr/>
        </p:nvSpPr>
        <p:spPr>
          <a:xfrm>
            <a:off x="9792179" y="0"/>
            <a:ext cx="6555179" cy="6858000"/>
          </a:xfrm>
          <a:prstGeom prst="rect">
            <a:avLst/>
          </a:prstGeom>
          <a:solidFill>
            <a:srgbClr val="66C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2D5CB4C-79D5-9AC1-5B20-B2D2DD1F68BD}"/>
              </a:ext>
            </a:extLst>
          </p:cNvPr>
          <p:cNvSpPr/>
          <p:nvPr/>
        </p:nvSpPr>
        <p:spPr>
          <a:xfrm>
            <a:off x="10570010" y="0"/>
            <a:ext cx="6555179" cy="6858000"/>
          </a:xfrm>
          <a:prstGeom prst="rect">
            <a:avLst/>
          </a:prstGeom>
          <a:solidFill>
            <a:srgbClr val="33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3071447-7528-91E9-FB71-8414463E46FC}"/>
              </a:ext>
            </a:extLst>
          </p:cNvPr>
          <p:cNvSpPr/>
          <p:nvPr/>
        </p:nvSpPr>
        <p:spPr>
          <a:xfrm>
            <a:off x="11284517" y="-13217"/>
            <a:ext cx="6555179" cy="6858000"/>
          </a:xfrm>
          <a:prstGeom prst="rect">
            <a:avLst/>
          </a:prstGeom>
          <a:solidFill>
            <a:srgbClr val="006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7673601-BE1D-FC9B-F00F-520AF507F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83" y="1048599"/>
            <a:ext cx="6643558" cy="53770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8FCC59FE-BA0D-8083-1F7B-1B047F9E9BBA}"/>
                  </a:ext>
                </a:extLst>
              </p14:cNvPr>
              <p14:cNvContentPartPr/>
              <p14:nvPr/>
            </p14:nvContentPartPr>
            <p14:xfrm>
              <a:off x="11426820" y="5916000"/>
              <a:ext cx="561960" cy="63900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8FCC59FE-BA0D-8083-1F7B-1B047F9E9B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20700" y="5909880"/>
                <a:ext cx="574200" cy="6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6521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0341-03D3-7E69-3B9B-EE2307C0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6DF4966-753F-07F9-CB8C-48F5E74A6064}"/>
              </a:ext>
            </a:extLst>
          </p:cNvPr>
          <p:cNvGrpSpPr/>
          <p:nvPr/>
        </p:nvGrpSpPr>
        <p:grpSpPr>
          <a:xfrm>
            <a:off x="-5742378" y="0"/>
            <a:ext cx="9603179" cy="6858000"/>
            <a:chOff x="-5742378" y="0"/>
            <a:chExt cx="9603179" cy="6858000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B27914F5-1B6A-27AA-60CA-77DFC15890AE}"/>
                </a:ext>
              </a:extLst>
            </p:cNvPr>
            <p:cNvSpPr/>
            <p:nvPr/>
          </p:nvSpPr>
          <p:spPr>
            <a:xfrm>
              <a:off x="-2235199" y="0"/>
              <a:ext cx="6096000" cy="6858000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9BC37B8-6A59-79BE-2366-9B52CD58AA88}"/>
                </a:ext>
              </a:extLst>
            </p:cNvPr>
            <p:cNvSpPr/>
            <p:nvPr/>
          </p:nvSpPr>
          <p:spPr>
            <a:xfrm>
              <a:off x="-3451101" y="0"/>
              <a:ext cx="6555179" cy="6858000"/>
            </a:xfrm>
            <a:prstGeom prst="rect">
              <a:avLst/>
            </a:prstGeom>
            <a:solidFill>
              <a:srgbClr val="99C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B806E0C-7532-D68B-3479-01CE87B2656A}"/>
                </a:ext>
              </a:extLst>
            </p:cNvPr>
            <p:cNvSpPr/>
            <p:nvPr/>
          </p:nvSpPr>
          <p:spPr>
            <a:xfrm>
              <a:off x="-4207824" y="0"/>
              <a:ext cx="6555179" cy="6858000"/>
            </a:xfrm>
            <a:prstGeom prst="rect">
              <a:avLst/>
            </a:prstGeom>
            <a:solidFill>
              <a:srgbClr val="66C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4F252F09-1089-13F2-E628-728E87C20872}"/>
                </a:ext>
              </a:extLst>
            </p:cNvPr>
            <p:cNvSpPr/>
            <p:nvPr/>
          </p:nvSpPr>
          <p:spPr>
            <a:xfrm>
              <a:off x="-4964547" y="0"/>
              <a:ext cx="6555179" cy="6858000"/>
            </a:xfrm>
            <a:prstGeom prst="rect">
              <a:avLst/>
            </a:prstGeom>
            <a:solidFill>
              <a:srgbClr val="3399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0413BE32-207F-FC97-9CA6-283CFA865082}"/>
                </a:ext>
              </a:extLst>
            </p:cNvPr>
            <p:cNvSpPr/>
            <p:nvPr/>
          </p:nvSpPr>
          <p:spPr>
            <a:xfrm>
              <a:off x="-5742378" y="0"/>
              <a:ext cx="6555179" cy="6858000"/>
            </a:xfrm>
            <a:prstGeom prst="rect">
              <a:avLst/>
            </a:prstGeom>
            <a:solidFill>
              <a:srgbClr val="0066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9F71117-BBB7-69C2-4EDA-34EBCFDCE2EE}"/>
              </a:ext>
            </a:extLst>
          </p:cNvPr>
          <p:cNvSpPr txBox="1"/>
          <p:nvPr/>
        </p:nvSpPr>
        <p:spPr>
          <a:xfrm>
            <a:off x="4467760" y="443567"/>
            <a:ext cx="72333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0" b="1" dirty="0">
                <a:latin typeface="Bahnschrift" panose="020B0502040204020203" pitchFamily="34" charset="0"/>
              </a:rPr>
              <a:t>BloGGing -  CenteR</a:t>
            </a:r>
            <a:br>
              <a:rPr lang="ru-RU" sz="4800" dirty="0">
                <a:latin typeface="Bahnschrift" panose="020B0502040204020203" pitchFamily="34" charset="0"/>
              </a:rPr>
            </a:br>
            <a:r>
              <a:rPr lang="ru-RU" sz="2800" dirty="0">
                <a:latin typeface="Bahnschrift" panose="020B0502040204020203" pitchFamily="34" charset="0"/>
              </a:rPr>
              <a:t>Платформа для ведения тематических блогов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E2914F-F024-9F15-1BD7-B6DEEF3DD514}"/>
              </a:ext>
            </a:extLst>
          </p:cNvPr>
          <p:cNvSpPr txBox="1"/>
          <p:nvPr/>
        </p:nvSpPr>
        <p:spPr>
          <a:xfrm>
            <a:off x="4319980" y="4586514"/>
            <a:ext cx="8505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Bahnschrift" panose="020B0502040204020203" pitchFamily="34" charset="0"/>
              </a:rPr>
              <a:t>Модуль 2: </a:t>
            </a:r>
            <a:r>
              <a:rPr lang="en-US" sz="3200" dirty="0">
                <a:latin typeface="Bahnschrift" panose="020B0502040204020203" pitchFamily="34" charset="0"/>
              </a:rPr>
              <a:t>MVP (Minimum Viable Product)</a:t>
            </a:r>
            <a:endParaRPr lang="ru-RU" sz="3200" dirty="0">
              <a:latin typeface="Bahnschrift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A6B22-3304-F1FE-6D71-0147595816BD}"/>
              </a:ext>
            </a:extLst>
          </p:cNvPr>
          <p:cNvSpPr txBox="1"/>
          <p:nvPr/>
        </p:nvSpPr>
        <p:spPr>
          <a:xfrm>
            <a:off x="4107540" y="5897916"/>
            <a:ext cx="795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Bahnschrift" panose="020B0502040204020203" pitchFamily="34" charset="0"/>
              </a:rPr>
              <a:t>Гармонов Родион Андреевич (ПИб-242)</a:t>
            </a:r>
          </a:p>
          <a:p>
            <a:r>
              <a:rPr lang="ru-RU" sz="2000" dirty="0">
                <a:latin typeface="Bahnschrift" panose="020B0502040204020203" pitchFamily="34" charset="0"/>
              </a:rPr>
              <a:t>Репозиторий: </a:t>
            </a:r>
            <a:r>
              <a:rPr lang="en-US" sz="2000" u="sng" dirty="0">
                <a:solidFill>
                  <a:srgbClr val="0070C0"/>
                </a:solidFill>
                <a:latin typeface="Bahnschrift" panose="020B0502040204020203" pitchFamily="34" charset="0"/>
              </a:rPr>
              <a:t>https://github.com/r0de0-student/BloGGer-CenteR</a:t>
            </a:r>
            <a:endParaRPr lang="ru-RU" sz="2000" u="sng" dirty="0">
              <a:solidFill>
                <a:srgbClr val="0070C0"/>
              </a:solidFill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ый ввод 4">
                <a:extLst>
                  <a:ext uri="{FF2B5EF4-FFF2-40B4-BE49-F238E27FC236}">
                    <a16:creationId xmlns:a16="http://schemas.microsoft.com/office/drawing/2014/main" id="{DAF3E5C8-4FE0-4125-D9A4-B429193C6D44}"/>
                  </a:ext>
                </a:extLst>
              </p14:cNvPr>
              <p14:cNvContentPartPr/>
              <p14:nvPr/>
            </p14:nvContentPartPr>
            <p14:xfrm>
              <a:off x="11683780" y="6042700"/>
              <a:ext cx="255960" cy="599400"/>
            </p14:xfrm>
          </p:contentPart>
        </mc:Choice>
        <mc:Fallback>
          <p:pic>
            <p:nvPicPr>
              <p:cNvPr id="5" name="Рукописный ввод 4">
                <a:extLst>
                  <a:ext uri="{FF2B5EF4-FFF2-40B4-BE49-F238E27FC236}">
                    <a16:creationId xmlns:a16="http://schemas.microsoft.com/office/drawing/2014/main" id="{DAF3E5C8-4FE0-4125-D9A4-B429193C6D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77660" y="6036580"/>
                <a:ext cx="268200" cy="61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2905169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161</Words>
  <Application>Microsoft Office PowerPoint</Application>
  <PresentationFormat>Широкоэкранный</PresentationFormat>
  <Paragraphs>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Bahnschrift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Родион Гармонов</dc:creator>
  <cp:lastModifiedBy>Родион Гармонов</cp:lastModifiedBy>
  <cp:revision>3</cp:revision>
  <dcterms:created xsi:type="dcterms:W3CDTF">2026-04-07T08:55:03Z</dcterms:created>
  <dcterms:modified xsi:type="dcterms:W3CDTF">2026-04-07T09:26:30Z</dcterms:modified>
</cp:coreProperties>
</file>