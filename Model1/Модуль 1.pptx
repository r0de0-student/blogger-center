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F99FF"/>
    <a:srgbClr val="FF66FF"/>
    <a:srgbClr val="FF00FF"/>
    <a:srgbClr val="CE3AC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28" autoAdjust="0"/>
    <p:restoredTop sz="94879" autoAdjust="0"/>
  </p:normalViewPr>
  <p:slideViewPr>
    <p:cSldViewPr snapToGrid="0">
      <p:cViewPr>
        <p:scale>
          <a:sx n="100" d="100"/>
          <a:sy n="100" d="100"/>
        </p:scale>
        <p:origin x="25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4:46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133 295 24575,'-1'-39'0,"0"17"0,1-1 0,0 0 0,2 0 0,1 0 0,7-28 0,-9 46 0,1 0 0,0 0 0,0 0 0,0 0 0,1 1 0,0-1 0,-1 1 0,2 0 0,-1-1 0,0 1 0,1 1 0,0-1 0,0 0 0,0 1 0,0 0 0,0 0 0,1 0 0,-1 1 0,1-1 0,0 1 0,0 0 0,0 1 0,0-1 0,0 1 0,0 0 0,0 0 0,0 0 0,8 1 0,-3-1 0,-1 1 0,0 1 0,1 0 0,-1 0 0,1 1 0,-1 0 0,0 0 0,0 1 0,0 0 0,12 7 0,-16-7 0,0 0 0,0 0 0,0 0 0,-1 1 0,1 0 0,-1 0 0,0 0 0,0 0 0,0 1 0,-1 0 0,0-1 0,0 1 0,0 0 0,0 1 0,-1-1 0,0 0 0,0 1 0,2 6 0,4 26 0,-1-13 0,-2 0 0,-1 0 0,2 41 0,-6-59 0,-1 1 0,1 0 0,-1-1 0,-1 1 0,1-1 0,-1 0 0,0 1 0,-1-1 0,0 0 0,0 0 0,-1-1 0,0 1 0,0-1 0,0 0 0,-1 0 0,-8 9 0,-19 14 0,-46 32 0,5-5 0,25-17 0,28-25 0,1 1 0,0 1 0,2 0 0,0 1 0,1 1 0,-18 26 0,10-14 0,-4 9 0,28-39 0,0 1 0,0-1 0,0 1 0,0-1 0,0 1 0,0-1 0,1 1 0,-1-1 0,0 1 0,0-1 0,1 1 0,-1-1 0,0 1 0,1-1 0,-1 1 0,1-1 0,-1 0 0,0 1 0,1-1 0,-1 0 0,1 1 0,-1-1 0,1 0 0,-1 0 0,1 1 0,-1-1 0,1 0 0,-1 0 0,1 0 0,-1 0 0,1 0 0,-1 0 0,1 1 0,0-1 0,-1-1 0,1 1 0,-1 0 0,2 0 0,28 1 0,-28-1 0,454-3 0,-442 3 13,1-2-1,-1 0 0,20-6 0,0 0-1426,-14 5-5412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4:58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34 134 24575,'3'-1'0,"1"0"0,-1-1 0,0 1 0,1-1 0,-1 0 0,0 0 0,0 0 0,0-1 0,-1 1 0,1-1 0,0 1 0,-1-1 0,0 0 0,0 0 0,0 0 0,0 0 0,0-1 0,2-4 0,18-23 0,-15 25 0,0 2 0,1-1 0,-1 1 0,1 0 0,0 1 0,0-1 0,0 2 0,1-1 0,12-1 0,5-1 0,48-2 0,-66 6 0,0 1 0,1 0 0,-1 1 0,0-1 0,0 2 0,0-1 0,0 1 0,11 4 0,-14-3 0,1 0 0,-1 0 0,0 1 0,0-1 0,0 1 0,0 1 0,-1-1 0,0 1 0,0 0 0,0 0 0,5 7 0,-1 0 0,0 0 0,-1 0 0,0 0 0,-1 1 0,0 0 0,-1 1 0,0-1 0,-1 1 0,-1 0 0,0 0 0,-1 0 0,-1 0 0,0 0 0,0 0 0,-2 1 0,0-1 0,0 0 0,-1 0 0,-1 0 0,-1 0 0,0-1 0,-6 16 0,7-21 0,-1-1 0,1 1 0,-1-1 0,0 0 0,-1 0 0,1-1 0,-7 7 0,7-10 0,1 0 0,-1-1 0,0 0 0,1 1 0,-1-1 0,0-1 0,0 1 0,-1-1 0,1 1 0,0-1 0,0-1 0,-1 1 0,1 0 0,-9-1 0,-29 5 0,-1 2 0,1 1 0,-74 26 0,30-8 0,83-28 0,12-6 0,16-9 0,-11 9 0,0 0 0,0 1 0,1 1 0,0 0 0,28-6 0,-38 11 0,1 0 0,-1 0 0,0 0 0,1 1 0,-1 0 0,1 0 0,-1 0 0,0 0 0,1 1 0,-1 0 0,0 0 0,0 1 0,1-1 0,-1 1 0,0 0 0,0 1 0,-1-1 0,1 1 0,0 0 0,5 5 0,1 4 0,-2 0 0,1 1 0,-2 0 0,14 26 0,-6-9 0,-7-9 0,-1 1 0,0 0 0,-2 0 0,0 0 0,-1 1 0,-2 0 0,0 0 0,-2 0 0,0 0 0,-2 0 0,-3 27 0,3-41 0,0 0 0,-1 0 0,-1 0 0,1 0 0,-1 0 0,-1-1 0,1 1 0,-1-1 0,-1 0 0,-7 10 0,9-14 0,-1 1 0,0-1 0,0 0 0,0 0 0,-1 0 0,1 0 0,-1-1 0,0 0 0,0 0 0,0 0 0,0-1 0,-1 1 0,1-1 0,-1-1 0,1 1 0,-1-1 0,-6 1 0,-43 7 0,40-5 0,0-2 0,1 0 0,-1 0 0,0-1 0,-19-2 0,29 0 0,0 0 0,1 0 0,-1 0 0,1-1 0,-1 1 0,1-1 0,-1 0 0,1 0 0,0-1 0,0 1 0,0-1 0,1 0 0,-1 0 0,0-1 0,1 1 0,0-1 0,0 1 0,0-1 0,0 0 0,1 0 0,-3-5 0,-5-12-42,-18-26-1281,17 35-5503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5:03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24575,'2'1'0,"-1"0"0,1 0 0,0 0 0,-1 0 0,1 0 0,-1 0 0,1 0 0,-1 0 0,1 1 0,-1-1 0,0 0 0,0 1 0,0-1 0,0 1 0,0-1 0,0 1 0,1 2 0,15 32 0,-12-18 0,-1 1 0,-1 0 0,2 33 0,5 29 0,17 50 0,-22-109 0,-3-9 0,1 0 0,1 0 0,0-1 0,0 1 0,13 22 0,-16-33 0,1 1 0,0-1 0,-1 0 0,1 0 0,0 0 0,0 0 0,1 0 0,-1-1 0,0 1 0,0 0 0,1-1 0,-1 0 0,1 0 0,-1 1 0,1-1 0,0-1 0,-1 1 0,1 0 0,0-1 0,0 1 0,-1-1 0,1 0 0,0 0 0,0 0 0,-1 0 0,1-1 0,0 1 0,0-1 0,-1 0 0,1 1 0,0-1 0,-1 0 0,1-1 0,3-1 0,-1 0 0,0 0 0,-1-1 0,1 0 0,-1 0 0,0 0 0,0 0 0,0 0 0,0-1 0,-1 0 0,0 0 0,0 0 0,0 0 0,2-6 0,27-75 0,-30 81 0,63-234 0,-57 207 0,-2-11 0,-3 12 0,-3 31 0,0 0 0,0 0 0,1 1 0,-1-1 0,0 0 0,0 0 0,0 0 0,0 0 0,0 0 0,0 0 0,1 0 0,-1 0 0,0 0 0,0 0 0,0 1 0,0-1 0,0 0 0,1 0 0,-1 0 0,0 0 0,0 0 0,0 0 0,0 0 0,1 0 0,-1 0 0,0 0 0,0 0 0,0 0 0,0-1 0,1 1 0,-1 0 0,0 0 0,0 0 0,0 0 0,0 0 0,0 0 0,0 0 0,1 0 0,-1 0 0,0-1 0,0 1 0,0 0 0,0 0 0,0 0 0,0 0 0,0 0 0,8 24 0,-1 1 0,4 35 0,1 6 0,1 0 0,-9-40 0,2 0 0,16 47 0,-15-50 0,0 0 0,5 37 0,-3-13 0,16 112 0,2-27 0,-17-62-1365,-9-49-5461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5:13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0 24575,'0'479'0,"-1"-469"0,0 0 0,0 1 0,-1-1 0,0 0 0,-7 18 0,12-35 0,1-1 0,-1 1 0,1-1 0,1 1 0,-1 1 0,1-1 0,0 1 0,1 0 0,0 0 0,0 0 0,0 1 0,0 0 0,1 0 0,9-5 0,-5 4 0,0 1 0,1 0 0,-1 0 0,1 1 0,0 1 0,0 0 0,0 1 0,0 0 0,24 0 0,-23 2 0,1 0 0,-1 2 0,0-1 0,1 1 0,25 8 0,-33-7 0,1 0 0,-1 0 0,0 0 0,0 0 0,0 1 0,0 0 0,-1 0 0,0 1 0,0 0 0,0 0 0,0 0 0,-1 0 0,6 9 0,23 27 0,-29-36 0,1-1 0,-1 1 0,0-1 0,-1 1 0,1 0 0,-1 0 0,0 1 0,-1-1 0,1 1 0,-1 0 0,0-1 0,0 1 0,-1 0 0,1 0 0,-1 7 0,0 159 0,-3-78 0,2-89 0,0 0 0,0 0 0,-1 0 0,1 0 0,-1 0 0,0 0 0,0 0 0,-1 0 0,1 0 0,-1-1 0,0 1 0,-1-1 0,1 1 0,-1-1 0,0 0 0,-3 4 0,-3 0 0,0-1 0,0 0 0,0-1 0,-1 0 0,-21 10 0,3-1 0,19-10 0,0 0 0,0-1 0,0 0 0,0 0 0,-1-1 0,1 0 0,-1 0 0,0-1 0,-12 1 0,-11-2 0,0 0 0,0-3 0,0 0 0,-58-13 0,73 11 0,9 2 0,0 0 0,1 0 0,-1-1 0,0 0 0,-14-8 0,20 9 0,1 0 0,-1-1 0,0 1 0,1-1 0,-1 1 0,1-1 0,0 0 0,-1 0 0,1 0 0,1 0 0,-1 0 0,0-1 0,1 1 0,0 0 0,0-1 0,0 1 0,0-1 0,0-4 0,-2-17-1365,2 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5:14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 24575,'94'2'0,"103"-4"0,-179 0-151,0-1-1,-1 0 0,0-1 0,0-1 1,0 0-1,0-1 0,-1-1 1,27-16-1,-30 14-6674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5:25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982 346 24575,'0'-12'0,"0"0"0,-1 0 0,-1 0 0,1 0 0,-2 0 0,0 0 0,0 0 0,-1 1 0,-1-1 0,0 1 0,0 0 0,-1 1 0,-1-1 0,1 1 0,-2 0 0,1 1 0,-1 0 0,-1 0 0,0 1 0,0 0 0,0 0 0,-1 1 0,0 0 0,-1 1 0,-13-6 0,-3-2 0,0 2 0,-1 1 0,-1 1 0,0 1 0,0 2 0,0 0 0,-59-3 0,46 9 0,-128 4 0,158 0 0,0 0 0,0 1 0,0 1 0,1 0 0,-1 0 0,1 1 0,1 0 0,-20 16 0,-12 5 0,27-18 0,0 0 0,2 1 0,-1 1 0,1 0 0,-21 24 0,28-29 0,1 1 0,0 0 0,0 1 0,1-1 0,0 1 0,0 0 0,0 0 0,1 0 0,1 0 0,-1 1 0,1-1 0,1 1 0,-1 10 0,2 266 0,2-119 0,0-133 0,1 0 0,1-1 0,2 1 0,2-1 0,1 0 0,15 36 0,-19-57 0,1 0 0,1-1 0,0 1 0,0-1 0,1-1 0,0 1 0,1-1 0,0-1 0,16 12 0,-11-9 0,1-1 0,0 0 0,1-2 0,0 0 0,0 0 0,20 5 0,-22-9 0,-1-1 0,1-1 0,0 0 0,0-1 0,0 0 0,0-1 0,0-1 0,0 0 0,0-1 0,18-4 0,-21 3 0,-1 0 0,1-1 0,-1 0 0,0-1 0,0 0 0,-1-1 0,0 0 0,0 0 0,0-1 0,-1 0 0,1 0 0,-2-1 0,13-14 0,-11 4 0,1 1 0,-2-1 0,-1 0 0,0-1 0,-1 0 0,-1 0 0,4-24 0,14-48 0,-19 81 0,-1-1 0,0 0 0,-1 0 0,0 0 0,-1 0 0,0 0 0,-1-18 0,0 24 0,-1 0 0,0 1 0,0-1 0,0 0 0,-1 1 0,0-1 0,1 1 0,-2-1 0,1 1 0,0 0 0,-1 0 0,0 0 0,0 0 0,0 1 0,0-1 0,-1 1 0,1-1 0,-1 1 0,-6-4 0,-23-12 0,0 2 0,-1 2 0,-1 0 0,-1 3 0,-43-11 0,41 13 0,-52-21 0,82 27 0,0 1 0,-1 1 0,1-1 0,0 1 0,-1 0 0,0 1 0,1 0 0,-1 1 0,0-1 0,0 2 0,-16 2 0,20-2 0,1 0 0,0 1 0,-1-1 0,1 1 0,0 0 0,0 0 0,0 1 0,0-1 0,1 1 0,-1 0 0,1 0 0,-1 0 0,1 1 0,0-1 0,0 1 0,1 0 0,-1-1 0,1 1 0,-1 0 0,1 1 0,1-1 0,-1 0 0,1 1 0,-2 4 0,-24 61 46,21-58-247,1 1-1,0 0 0,0 0 1,1 0-1,1 0 1,-2 18-1,4-10-6624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5:30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56 425 24575,'-2'-17'0,"0"0"0,0 0 0,-2 0 0,0 0 0,-9-21 0,7 20 0,0-1 0,1 0 0,1 0 0,-2-21 0,5 28 0,1-1 0,0 0 0,0 1 0,1-1 0,1 1 0,0-1 0,7-20 0,-7 29 0,0 0 0,0 0 0,0 0 0,0 0 0,1 1 0,0-1 0,0 1 0,0-1 0,0 1 0,0 0 0,0 0 0,1 1 0,0-1 0,-1 1 0,1-1 0,0 1 0,0 1 0,0-1 0,1 0 0,-1 1 0,0 0 0,0 0 0,1 0 0,-1 1 0,6-1 0,0 1 0,0 0 0,1 1 0,-1 0 0,0 1 0,0 0 0,0 1 0,0 0 0,-1 0 0,13 7 0,82 46 0,-104-55 0,38 21 0,1-1 0,1-3 0,50 18 0,-18-2 0,-64-28 0,1 0 0,0-1 0,0-1 0,1 1 0,0-2 0,-1 1 0,1-1 0,0-1 0,1 0 0,-1 0 0,18 0 0,-18-6 0,-22-1 0,-24-1 0,31 7 0,-1 0 0,1 0 0,0 0 0,-1 1 0,1 0 0,0 0 0,0 0 0,0 1 0,1 0 0,-1 0 0,0 0 0,1 0 0,0 1 0,0 0 0,0-1 0,0 2 0,1-1 0,-1 0 0,-3 8 0,-7 10 0,1 1 0,-17 40 0,21-35 0,0-1 0,2 1 0,1 1 0,1-1 0,2 1 0,0 52 0,4 333-1365,-1-402-5461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5:31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24575,'20'-1'0,"0"-1"0,35-8 0,-34 5 0,1 2 0,25-2 0,298 5-1365,-322 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5:39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376 664 24575,'-5'-1'0,"0"-1"0,1-1 0,-1 1 0,1-1 0,-1 0 0,1 0 0,0 0 0,0 0 0,1-1 0,-1 1 0,0-1 0,1 0 0,-3-6 0,-6-3 0,-25-31 0,1-1 0,-50-86 0,68 102 0,-81-126 0,95 147 0,0 0 0,0 0 0,1 0 0,0 0 0,1-1 0,0 1 0,0-1 0,-1-13 0,3 18 0,0 1 0,-1 0 0,1-1 0,1 1 0,-1-1 0,0 1 0,1 0 0,0-1 0,-1 1 0,1 0 0,1 0 0,-1 0 0,0-1 0,1 1 0,0 0 0,-1 1 0,1-1 0,0 0 0,1 1 0,-1-1 0,0 1 0,1-1 0,-1 1 0,5-3 0,5 0 0,0-1 0,1 2 0,-1-1 0,1 2 0,0 0 0,0 0 0,21-1 0,98 4 0,-71 2 0,-38 1 0,-1 1 0,0 0 0,0 2 0,0 1 0,-1 0 0,0 2 0,21 11 0,-15-8 0,-22-9 0,0 0 0,0 0 0,0 1 0,0-1 0,0 1 0,-1 0 0,0 1 0,0-1 0,0 1 0,0-1 0,4 10 0,32 66 0,-33-61 0,1-2 0,16 26 0,3-1 0,-2 1 0,22 54 0,-45-94 0,-1 0 0,-1 1 0,1-1 0,0 0 0,-1 0 0,0 0 0,1 1 0,-1-1 0,-1 0 0,1 0 0,0 0 0,-1 1 0,1-1 0,-1 0 0,0 0 0,0 0 0,-1 0 0,1 0 0,0 0 0,-1 0 0,0-1 0,0 1 0,0 0 0,0-1 0,-4 4 0,-8 8 0,0-1 0,-1 0 0,-22 13 0,1 1 0,-23 22 0,-1-2 0,-72 41 0,-23 13 0,149-97 0,0 1 0,1 0 0,-1 0 0,1 0 0,0 0 0,0 1 0,1 0 0,-1 0 0,1 0 0,1 0 0,-1 1 0,1 0 0,0-1 0,1 1 0,-1 0 0,1 1 0,1-1 0,-1 0 0,1 0 0,0 10 0,1-7 0,-1 0 0,1 0 0,1 0 0,0 0 0,0 0 0,1 0 0,0-1 0,1 1 0,0-1 0,1 1 0,0-1 0,0 0 0,1 0 0,9 13 0,13 8 0,2 0 0,1-3 0,1 0 0,67 44 0,-90-67 0,0 0 0,0-1 0,0 1 0,1-2 0,-1 1 0,1-1 0,-1 0 0,1-1 0,0 0 0,0 0 0,15-2 0,11-1 0,57-13 0,-38 5 0,-44 9 0,0 0 0,0-1 0,0-1 0,-1 0 0,1 0 0,-1-1 0,16-7 0,-22 8 0,0 1 0,1-1 0,-1 0 0,0 0 0,-1 0 0,1 0 0,0 0 0,-1-1 0,0 1 0,0-1 0,0 0 0,0 0 0,-1 1 0,1-1 0,-1 0 0,0 0 0,0 0 0,-1 0 0,1-1 0,-1 1 0,0-4 0,2-71 0,-8-83 0,5 157 0,0 0 0,0 1 0,-1-1 0,0 0 0,0 1 0,0-1 0,0 1 0,-1-1 0,1 1 0,-1 0 0,0 0 0,-1 0 0,1 1 0,-8-7 0,-8-5 0,-39-25 0,9 6 0,25 17 0,-1 1 0,-1 1 0,-1 2 0,-36-15 0,8 4 0,-9 5 0,57 18 0,0 0 0,-1-1 0,1 0 0,0 0 0,0-1 0,0 0 0,1 0 0,-1 0 0,1-1 0,0 0 0,0 0 0,0-1 0,0 0 0,-5-5 0,-10-19 0,0-2 0,-26-53 0,4 7 0,9 19-1365,25 42-5461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5:43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744 112 24575,'-34'-2'0,"1"-2"0,0-1 0,0-2 0,-50-17 0,38 11 0,-67-12 0,46 13 0,-44-6 0,101 17 0,0 1 0,0 0 0,-1 0 0,1 1 0,0 1 0,0-1 0,0 1 0,0 1 0,-12 4 0,16-3 0,-1-1 0,1 1 0,0 1 0,0-1 0,0 1 0,0 0 0,1 0 0,0 0 0,0 0 0,0 1 0,1 0 0,0 0 0,0 0 0,0 0 0,1 0 0,0 0 0,-2 8 0,-1 8 0,0 0 0,1 1 0,-1 37 0,5-54 0,0 0 0,0 0 0,0 0 0,1 0 0,0 0 0,0 0 0,0-1 0,1 1 0,0 0 0,0-1 0,1 1 0,-1-1 0,1 0 0,0 0 0,0 0 0,1 0 0,0 0 0,-1-1 0,2 0 0,-1 0 0,0 0 0,1 0 0,0 0 0,0-1 0,0 0 0,0 0 0,0-1 0,1 1 0,-1-1 0,1 0 0,11 2 0,14 2 0,1-1 0,0-2 0,0-1 0,56-4 0,-41 1 0,46 2 0,78-3 0,-165 1 0,-1-1 0,1 0 0,0 1 0,-1-2 0,1 1 0,-1-1 0,0 0 0,0 0 0,0 0 0,0 0 0,0-1 0,-1 0 0,0 0 0,0-1 0,0 1 0,7-10 0,4-9 0,0 0 0,14-33 0,-20 39 0,2-9 0,-2 0 0,0-1 0,-2 0 0,-1-1 0,4-45 0,-14 231 0,5-107 0,-1 0 0,-13 78 0,-15 14 0,2 42 0,18-118 0,8-54 0,-1-1 0,-1 1 0,0-1 0,0 0 0,-7 19 0,7-27 0,0 0 0,-1 0 0,1 0 0,-1-1 0,1 1 0,-1-1 0,0 1 0,0-1 0,-1 0 0,1 0 0,-1 0 0,0-1 0,1 1 0,-1-1 0,0 0 0,-1 0 0,1 0 0,0 0 0,-7 1 0,-89 33 0,80-26 0,-2-2 0,0 0 0,0-1 0,0-2 0,0 0 0,-31 2 0,27-6-1365,3-1-5461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6:01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24575,'0'31'0,"1"-1"0,1 0 0,11 48 0,-6-32 0,-1 1 0,-3 0 0,-2 0 0,-4 48 0,0 12 0,3 311-1365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6:03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 78 24575,'-2'-3'0,"-1"0"0,1 0 0,-1 0 0,1 0 0,-1 0 0,0 0 0,0 0 0,0 1 0,0 0 0,-1 0 0,1-1 0,-4 0 0,-8-7 0,11 6 0,0 1 0,-1 0 0,1 0 0,-1 0 0,1 1 0,-1-1 0,0 1 0,0 0 0,0 1 0,0-1 0,0 1 0,0 0 0,-1 0 0,1 0 0,0 1 0,-1 0 0,1 0 0,0 0 0,-1 1 0,1 0 0,0 0 0,0 0 0,0 1 0,0-1 0,0 1 0,0 1 0,0-1 0,-5 4 0,0 1 0,-1 1 0,1 0 0,1 1 0,-1 0 0,2 0 0,-1 1 0,1 0 0,1 1 0,0 0 0,-9 17 0,-46 81 0,57-99 0,0 0 0,1 0 0,1 0 0,-1 1 0,2-1 0,-1 1 0,2 0 0,-2 17 0,2 1 0,6 58 0,-2-73 0,-1-1 0,2 1 0,0-1 0,0 0 0,2 0 0,-1-1 0,1 1 0,1-1 0,1 0 0,-1-1 0,2 0 0,-1 0 0,2-1 0,14 13 0,-1-2 0,2-2 0,0-1 0,1-1 0,1-1 0,37 16 0,-32-21 0,1-1 0,-1-1 0,1-2 0,45 4 0,-15-6 0,101-4 0,-73-3 0,-73 1 0,0 0 0,0-2 0,1 0 0,-2-2 0,1 0 0,23-9 0,-4-2 0,63-37 0,-93 48 0,-1 0 0,1 0 0,-1 0 0,0-1 0,-1 0 0,0 0 0,1-1 0,-2 0 0,1 1 0,-1-1 0,0-1 0,-1 1 0,1-1 0,-2 1 0,1-1 0,-1 0 0,2-14 0,-1 4 0,-1-1 0,-1 0 0,-1 0 0,-1 1 0,0-1 0,-7-33 0,5 41 0,0 0 0,-1 0 0,0 0 0,-1 1 0,0-1 0,0 1 0,-1 0 0,-1 0 0,-12-14 0,1 5 0,-2 0 0,-42-32 0,40 35 0,0 1 0,-2 0 0,0 2 0,-34-14 0,3 2 0,37 16 0,0 1 0,-1 0 0,0 1 0,0 2 0,-21-5 0,-8 3 0,-17-3 0,-114-3 0,20 13-1365,136 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6:06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24575,'0'30'0,"-2"-8"0,2 0 0,0 1 0,2-1 0,1 0 0,0 0 0,1-1 0,2 1 0,11 31 0,-3-18 0,-2 1 0,13 66 0,-13-47 0,2 10 0,-8-30 0,20 58 0,-18-68 53,8 50-1,-12-52-542,1 0 0,15 42 0,-13-49-6336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6:07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0 24575,'-1'1'0,"-1"-1"0,1 1 0,0-1 0,0 1 0,0 0 0,0-1 0,0 1 0,0 0 0,0 0 0,0-1 0,0 1 0,0 0 0,0 0 0,1 0 0,-1 0 0,0 0 0,1 1 0,-1-1 0,1 0 0,-1 0 0,1 0 0,-1 0 0,1 1 0,0-1 0,0 0 0,0 0 0,-1 2 0,-3 41 0,3-39 0,-3 95 0,9 122 0,0-198 0,1-1 0,1 0 0,1-1 0,1 0 0,1 0 0,1-1 0,15 23 0,-2-1 0,15 19 0,-26-42 0,-1 1 0,0-1 0,14 41 0,12 30-1365,-30-76-5461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6:10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24575,'21'57'0,"1"83"0,-16-111 0,1 58 0,-6-58 0,1-1 0,8 38 0,-4-30 0,-1 1 0,-2-1 0,-2 1 0,-4 48 0,2 71 0,4-144 0,-1 1 0,2-1 0,-1 1 0,2-1 0,0 0 0,0-1 0,7 13 0,-5-13 0,-1 1 0,0 1 0,-1-1 0,-1 1 0,0 0 0,3 18 0,19 90-1365,-24-111-5461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6:12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56 481 24575,'-1'0'0,"-1"0"0,1-1 0,0 1 0,0-1 0,0 0 0,0 1 0,0-1 0,0 0 0,0 0 0,0 1 0,0-1 0,0 0 0,0 0 0,0 0 0,1 0 0,-1 0 0,0 0 0,1-1 0,-1 1 0,1 0 0,-1 0 0,1 0 0,0 0 0,-1-1 0,1 1 0,0 0 0,0-3 0,-5-39 0,4 38 0,0-17 0,-2-11 0,1 0 0,2 1 0,1-1 0,9-52 0,-7 74 0,0 0 0,1 0 0,0 1 0,1-1 0,0 1 0,1 0 0,0 0 0,0 1 0,1 0 0,1 0 0,13-12 0,-17 17 0,0 0 0,1 1 0,0 0 0,-1 0 0,1 0 0,0 1 0,0 0 0,1 0 0,-1 0 0,0 0 0,1 1 0,-1 0 0,1 0 0,-1 0 0,1 1 0,-1 0 0,1 0 0,-1 0 0,1 1 0,0 0 0,-1 0 0,0 0 0,1 1 0,-1-1 0,8 5 0,-7-2 0,0 0 0,0 0 0,-1 1 0,1 0 0,-1 0 0,0 0 0,-1 0 0,1 1 0,-1 0 0,6 12 0,1 1 0,-1 0 0,9 28 0,-12-19 0,-2 0 0,0 1 0,-2 0 0,-2 0 0,0 0 0,-2 0 0,-5 34 0,3-45 0,-1 0 0,-1 0 0,0 0 0,-2-1 0,0 0 0,-1 0 0,0-1 0,-14 19 0,8-12 0,1 0 0,1 1 0,-9 27 0,15-34 0,-1 0 0,-1-1 0,-1 0 0,0 0 0,-1-1 0,-12 15 0,6-8 0,-13 21 0,-42 83 0,60-97 0,1-1 0,1 2 0,2-1 0,-5 41 0,10-57 0,0-1 0,0 1 0,2 0 0,0 0 0,0 0 0,1 0 0,3 17 0,-3-29 0,-1 0 0,1 0 0,-1 0 0,1 1 0,0-1 0,0 0 0,-1 0 0,1 0 0,0 0 0,0 0 0,0-1 0,0 1 0,0 0 0,0 0 0,0-1 0,0 1 0,1 0 0,-1-1 0,0 1 0,0-1 0,0 1 0,1-1 0,-1 0 0,0 0 0,0 1 0,1-1 0,-1 0 0,0 0 0,1 0 0,-1-1 0,0 1 0,1 0 0,1-1 0,50-17 0,-34 11 0,65-11 0,-64 16 0,-1-2 0,1 0 0,21-8 0,0-2 0,0 2 0,63-11 0,-58 21-13,-40 2-91,1 0 0,-1 1 0,1-2 0,-1 1 0,1-1 0,-1 0 0,1-1 0,-1 1 0,0-1 0,0 0 0,0-1 0,8-4 0,-2-4-6722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6:15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24575,'-3'138'0,"7"149"0,0-258 0,1 0 0,12 33 0,-10-38 0,-1 0 0,-1 0 0,4 48 0,-10 11 0,0-46 0,1-1 0,2 1 0,1-1 0,9 37 0,-8-53-455,-1 0 0,1 34 0,-3-31-6371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6:17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1 192 24575,'1'-7'0,"0"0"0,0 0 0,1 0 0,0 0 0,1 1 0,-1-1 0,1 1 0,1-1 0,-1 1 0,6-8 0,47-57 0,-51 67 0,0 0 0,1 0 0,-1 0 0,1 1 0,0-1 0,0 2 0,0-1 0,1 1 0,-1-1 0,1 2 0,-1-1 0,1 1 0,-1 0 0,1 0 0,10 1 0,15 0 0,57 6 0,-88-6 0,6 1 0,-1 0 0,1 0 0,-1 1 0,1 0 0,-1 0 0,0 0 0,0 1 0,0-1 0,-1 2 0,1-1 0,0 1 0,-1-1 0,0 1 0,7 8 0,-6-5 0,0 0 0,-1 1 0,0 0 0,0 0 0,-1 0 0,0 0 0,0 1 0,-1 0 0,3 11 0,1 15 0,-2 1 0,-2 0 0,-1-1 0,-3 47 0,0-45 0,1-33 0,0 1 0,0-1 0,0 0 0,-1 0 0,1 1 0,-1-1 0,0 0 0,-1 0 0,1 0 0,-1 0 0,0 0 0,0 0 0,0 0 0,0 0 0,0-1 0,-1 1 0,0-1 0,0 0 0,0 0 0,0 0 0,0 0 0,-1 0 0,1-1 0,-1 1 0,0-1 0,1 0 0,-1 0 0,0-1 0,0 1 0,-1-1 0,1 0 0,0 0 0,0 0 0,0 0 0,-1-1 0,1 0 0,-5 0 0,-7 1 0,0 1 0,0 1 0,0 0 0,-22 8 0,58-17 0,-1 1 0,1 0 0,0 2 0,38-2 0,-13 3 0,60 7 0,-101-5 0,-1 1 0,1 0 0,-1 0 0,1 0 0,-1 0 0,1 0 0,-1 1 0,0 0 0,0-1 0,0 1 0,0 0 0,0 1 0,0-1 0,0 0 0,3 6 0,31 48 0,-3-3 0,-27-44 0,0 0 0,-1 0 0,0 0 0,-1 1 0,0 0 0,0 0 0,-1 0 0,-1 1 0,1-1 0,-2 1 0,3 16 0,-2-2 0,-2 1 0,0 1 0,-6 44 0,4-66 0,1 1 0,-1 0 0,0-1 0,0 1 0,-1-1 0,0 0 0,0 1 0,0-1 0,-1 0 0,1 0 0,-1 0 0,0 0 0,-1-1 0,1 1 0,-1-1 0,0 0 0,0 0 0,0 0 0,-1-1 0,1 0 0,-1 1 0,0-1 0,0-1 0,0 1 0,-6 2 0,-6 0 0,-1-1 0,1-1 0,-1 0 0,1-1 0,-1-1 0,-29-2 0,27 2 0,0-1 0,-1-1 0,1-1 0,0-1 0,1-1 0,-1-1 0,1 0 0,-28-12 0,-1-3-101,33 14 157,-1 0 0,2-1 0,-22-13-1,31 16-169,0 0 0,1 0-1,-1 0 1,1-1-1,0 0 1,0 1-1,0-1 1,0-1 0,1 1-1,0 0 1,0-1-1,-3-11 1,0 0-6712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6:28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24575,'-1'63'0,"0"-22"0,1-1 0,2 1 0,14 78 0,-11-93 0,-1 0 0,0 28 0,-3-35 0,0 0 0,1 0 0,1 0 0,1 0 0,11 31 0,-8-28 0,0 0 0,-2 0 0,-1 0 0,0 1 0,0 35 0,6 40 0,0 7-1365,-9-82-5461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6:29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24575,'-1'51'0,"0"-12"0,2-1 0,1 0 0,13 73 0,-12-98 0,3 13 0,1 0 0,20 46 0,-2 1 0,-21-59 0,0 1 0,1-1 0,1 0 0,0 0 0,8 12 0,-11-22 0,0 0 0,0 0 0,1 0 0,-1 0 0,1-1 0,0 0 0,0 0 0,0 0 0,0 0 0,1 0 0,-1-1 0,1 0 0,-1 0 0,1 0 0,0 0 0,0-1 0,0 0 0,0 0 0,6 0 0,5 2 0,0-2 0,0 0 0,0 0 0,0-2 0,0 0 0,0-1 0,25-5 0,-38 4 0,1 1 0,-1-1 0,0 0 0,0 0 0,0 0 0,0 0 0,0 0 0,0-1 0,-1 1 0,0-1 0,0 0 0,0 0 0,0 0 0,0 0 0,-1 0 0,0 0 0,2-7 0,1-9 0,0 0 0,1-27 0,-5-197 0,0 222 0,0 62 0,-1-2 0,1 1 0,3-1 0,11 61 0,-2-8 0,-10-71 0,0-1 0,1 1 0,1 0 0,12 34 0,-4-21 0,-1 1 0,12 65 0,-12-39-44,-3-22-617,5 70 1,-13-86-6166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6:32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24575,'1'70'0,"-3"125"0,-10-123 0,7-52 0,1 0 0,-1 27 0,3-14 0,1 0 0,2 0 0,1 0 0,2-1 0,0 1 0,3-1 0,15 48 0,-16-61-43,-2 1-1,0 0 1,-1 0-1,-1 1 1,-1-1-1,0 0 1,-4 23-1,3-6-973,-1-14-5809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6:33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24575,'-2'85'0,"5"95"0,-4-178 0,1 0 0,1-1 0,-1 1 0,0 0 0,0-1 0,1 1 0,-1 0 0,1-1 0,-1 1 0,1-1 0,0 1 0,-1-1 0,1 1 0,0-1 0,0 0 0,1 2 0,-1-2 0,0-1 0,-1 0 0,1 0 0,0 1 0,-1-1 0,1 0 0,0 0 0,-1 0 0,1 0 0,0 0 0,-1 0 0,1 0 0,0 0 0,-1 0 0,1 0 0,0-1 0,-1 1 0,1 0 0,0 0 0,-1-1 0,1 1 0,-1 0 0,1-1 0,-1 1 0,1 0 0,0-2 0,7-5 0,-1 0 0,0-1 0,0 1 0,6-12 0,-1 4 0,-5 6 0,0 1 0,0 1 0,0-1 0,1 1 0,0 1 0,1-1 0,-1 1 0,1 1 0,1-1 0,-1 2 0,1-1 0,-1 1 0,1 1 0,0 0 0,1 0 0,-1 1 0,0 0 0,1 1 0,-1 0 0,18 1 0,-20 0 0,0-1 0,0 1 0,0 1 0,0-1 0,-1 1 0,1 1 0,0-1 0,0 2 0,-1-1 0,1 1 0,-1 0 0,0 0 0,0 1 0,0 0 0,0 0 0,-1 1 0,9 7 0,103 86 0,-87-67 0,-19-21 0,0 2 0,-2-1 0,13 17 0,-20-22 0,1 0 0,-1 0 0,0 0 0,-1 0 0,1 0 0,-1 1 0,-1 0 0,1-1 0,-1 1 0,1 13 0,-2-4 0,0 0 0,-1 1 0,-1-1 0,0 0 0,-2-1 0,1 1 0,-2-1 0,0 1 0,-1-1 0,0 0 0,-2-1 0,1 0 0,-2 0 0,0-1 0,0 0 0,-1 0 0,-21 19 0,26-28 0,1 0 0,-1 0 0,0-1 0,-1 0 0,1 0 0,0 0 0,-1 0 0,0-1 0,0 0 0,1-1 0,-1 1 0,0-1 0,0 0 0,-10 0 0,-14 0 0,-53-4 0,30 0 0,-13 3 0,-53-1 0,115 0-47,0 0 0,1 0 0,-1 0 0,0 0 0,0-1 0,1 1 0,-1-1 0,1 0 0,-1 0-1,1 0 1,0-1 0,0 1 0,0-1 0,0 0 0,0 0 0,1 0 0,-1 0 0,1 0 0,0 0 0,0-1 0,0 1 0,0-1-1,1 1 1,-1-1 0,1 0 0,0 0 0,0 1 0,-1-7 0,0-9-6779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6T05:36:34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1 150 24575,'31'-1'0,"57"-11"0,-56 6 0,55-2 0,-52 6 0,-1-2 0,1-1 0,52-16 0,-12 2 0,-42 10-104,-1-1 0,47-23-1,-50 20-947,-13 6-5774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C2634A-A2F4-D16C-8A4B-7EDC40464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819866-DB98-FF4C-52F4-718F35D75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97EDA7-E7B0-4803-22E0-6E0F17A9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EF03-7E52-44B4-8725-CD97E386B2B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1F0E95-D632-E708-1EEF-1B7F4FF2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5AB177-6E5E-E193-3B24-B56DA0EBC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3DE2-07CF-490D-9DF9-BCFA439103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7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E8913-8F1C-B79F-4712-CA8243CB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3A15AA-4BC4-EC60-C9A5-272B3D82A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C94100-FD05-E4E9-1F96-EAC05BC79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EF03-7E52-44B4-8725-CD97E386B2B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E7BC91-8A81-9FEE-B8BA-C181AE1F7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50D7E9-CEB6-0A23-4A4C-F307122D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3DE2-07CF-490D-9DF9-BCFA439103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493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E12E50-C179-0AB3-96CC-21DFCE8AB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FC25CC-0E38-32F2-931A-36553188A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7018AD-6E5C-F622-DF36-12CC3A54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EF03-7E52-44B4-8725-CD97E386B2B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DFF636-5F5A-69D8-4CAF-4F2D9F324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B12D01-6D50-2C7A-472F-E02E3D937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3DE2-07CF-490D-9DF9-BCFA439103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7956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D567D9-ACBC-332E-D948-7685BA5B3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763F79-D918-4BE6-8544-B554C7BE0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B512F5-9C31-FD46-3119-D1B86BFFC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7976D6-D248-BCDA-625B-325E36713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EF03-7E52-44B4-8725-CD97E386B2B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D576B3-2DC9-CEAF-41C7-CC5E7D391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17DF0E-92C0-13FE-EB78-371AAC7B1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3DE2-07CF-490D-9DF9-BCFA439103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406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CD77E8-45D8-249A-727F-A72387CDF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C16622-26B0-09AB-0595-190ADE29A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4EEDD0-DECA-72A2-4A9F-5EE2FEF89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1D1FE45-F8AA-6CE6-2CD7-40627D59E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26C5361-CC8E-F495-2D48-60AC45E24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C6B7385-DA11-94E6-7E13-B2A322167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EF03-7E52-44B4-8725-CD97E386B2B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D1ECEFE-B8FE-5C7F-49C2-A036C16D7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C8AC1C1-005B-B0C1-0DEB-A9D11CFD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3DE2-07CF-490D-9DF9-BCFA439103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43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9DE04-4146-5366-3C42-4B95B8A4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D8C286C-7757-926E-D863-7D37429DA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EF03-7E52-44B4-8725-CD97E386B2B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47ED098-1343-EE73-27CC-E30E17F4D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E5E9AC7-454E-B7EE-311E-19848AC21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3DE2-07CF-490D-9DF9-BCFA439103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65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6B65BA4-1013-CA42-941B-E4675045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EF03-7E52-44B4-8725-CD97E386B2B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1C0026F-F4E4-3186-B31B-8ECBEB2AE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20F0E4-684D-6C65-6C59-9F1CBDBA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3DE2-07CF-490D-9DF9-BCFA439103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9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A727B-E0B2-2B62-B928-EA8370C27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278ED8-3F97-4828-840E-7BEE5A9FE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E02C023-9802-3427-50B4-78EEA6065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FEBDEA2-3B1E-AB3A-85DC-02D8517C5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EF03-7E52-44B4-8725-CD97E386B2B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6E7E8C-1636-7604-2A57-EA299289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F7BF28-C33D-53C0-6B09-EE8C9216B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3DE2-07CF-490D-9DF9-BCFA439103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250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3C931-5D30-0231-01BF-37B4F6E5E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8E1609B-4BEE-DF4A-6331-D7005CA84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A4C8D68-6371-47BA-9DC0-90451739C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6CFCC4-5F86-B798-ADEB-43953B50F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EF03-7E52-44B4-8725-CD97E386B2B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D89360-A8F2-3905-47E1-AFD4DCDAA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091308-E307-7BC6-4DBE-E8315500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3DE2-07CF-490D-9DF9-BCFA439103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286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1DE45-CADD-2FFD-283B-84D8743F9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0DDB37-10C8-E380-B3DA-E5C6B4317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D37568-11E1-6866-787C-4F697322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EF03-7E52-44B4-8725-CD97E386B2B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E42AC2-A6D6-DD8D-C8FD-C3849BD9F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FE44DC-C8D2-AC49-716E-AE4899E7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3DE2-07CF-490D-9DF9-BCFA439103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671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0FF6856-CB19-3CDA-029B-8C06F5A3DB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29C551-AF39-B35A-6FCD-13CA08941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9D56D3-3EA2-4402-CF92-A5B76614B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3EF03-7E52-44B4-8725-CD97E386B2B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C241FF-192A-46F8-3B2B-66904F1B0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C464E8-91A6-6CE9-4B6B-71B1E1F3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13DE2-07CF-490D-9DF9-BCFA439103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430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7B6BD2-0F4A-68EC-631C-F7D8DB831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1DFDD4-ECC3-7C59-13FC-45DF24AF6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64E62B-C2FF-F3FD-3507-23DE35AC8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3EF03-7E52-44B4-8725-CD97E386B2BF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5281D6-08EA-3072-FC0A-9EFE9608B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548E71-2C32-D434-F34C-20EF8C8FF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13DE2-07CF-490D-9DF9-BCFA439103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365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r0de0-student/BloGGer-CenteR" TargetMode="Externa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customXml" Target="../ink/ink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customXml" Target="../ink/ink4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customXml" Target="../ink/ink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5" Type="http://schemas.openxmlformats.org/officeDocument/2006/relationships/image" Target="../media/image12.png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customXml" Target="../ink/ink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customXml" Target="../ink/ink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.xml"/><Relationship Id="rId5" Type="http://schemas.openxmlformats.org/officeDocument/2006/relationships/image" Target="../media/image19.png"/><Relationship Id="rId4" Type="http://schemas.openxmlformats.org/officeDocument/2006/relationships/customXml" Target="../ink/ink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.xml"/><Relationship Id="rId5" Type="http://schemas.openxmlformats.org/officeDocument/2006/relationships/image" Target="../media/image22.png"/><Relationship Id="rId4" Type="http://schemas.openxmlformats.org/officeDocument/2006/relationships/customXml" Target="../ink/ink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.xml"/><Relationship Id="rId5" Type="http://schemas.openxmlformats.org/officeDocument/2006/relationships/image" Target="../media/image25.png"/><Relationship Id="rId4" Type="http://schemas.openxmlformats.org/officeDocument/2006/relationships/customXml" Target="../ink/ink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.xml"/><Relationship Id="rId5" Type="http://schemas.openxmlformats.org/officeDocument/2006/relationships/image" Target="../media/image28.png"/><Relationship Id="rId4" Type="http://schemas.openxmlformats.org/officeDocument/2006/relationships/customXml" Target="../ink/ink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customXml" Target="../ink/ink20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customXml" Target="../ink/ink22.xml"/><Relationship Id="rId2" Type="http://schemas.openxmlformats.org/officeDocument/2006/relationships/hyperlink" Target="https://github.com/r0de0-student/BloGGer-CenteR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customXml" Target="../ink/ink21.xml"/><Relationship Id="rId10" Type="http://schemas.openxmlformats.org/officeDocument/2006/relationships/image" Target="../media/image34.png"/><Relationship Id="rId4" Type="http://schemas.microsoft.com/office/2007/relationships/hdphoto" Target="../media/hdphoto1.wdp"/><Relationship Id="rId9" Type="http://schemas.openxmlformats.org/officeDocument/2006/relationships/customXml" Target="../ink/ink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21211-D22F-43D0-436F-A94533816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A2F0C83-4D3F-0F71-B993-CFE60F8A4DAE}"/>
              </a:ext>
            </a:extLst>
          </p:cNvPr>
          <p:cNvSpPr/>
          <p:nvPr/>
        </p:nvSpPr>
        <p:spPr>
          <a:xfrm>
            <a:off x="0" y="0"/>
            <a:ext cx="2510725" cy="685800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5E6D966-9670-4C98-B35E-47CF0D3DFF41}"/>
              </a:ext>
            </a:extLst>
          </p:cNvPr>
          <p:cNvSpPr/>
          <p:nvPr/>
        </p:nvSpPr>
        <p:spPr>
          <a:xfrm>
            <a:off x="6509289" y="0"/>
            <a:ext cx="5682712" cy="6858000"/>
          </a:xfrm>
          <a:prstGeom prst="rect">
            <a:avLst/>
          </a:prstGeom>
          <a:solidFill>
            <a:srgbClr val="FF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1E7DB-A892-0FD7-EFA2-63D58C5F15B8}"/>
              </a:ext>
            </a:extLst>
          </p:cNvPr>
          <p:cNvSpPr txBox="1"/>
          <p:nvPr/>
        </p:nvSpPr>
        <p:spPr>
          <a:xfrm>
            <a:off x="6726542" y="1322838"/>
            <a:ext cx="524820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BloGGer-Center</a:t>
            </a:r>
          </a:p>
          <a:p>
            <a:pPr algn="just"/>
            <a:endParaRPr lang="en-US" sz="3200" b="1" dirty="0">
              <a:latin typeface="Bookman Old Style" panose="02050604050505020204" pitchFamily="18" charset="0"/>
            </a:endParaRPr>
          </a:p>
          <a:p>
            <a:pPr algn="just"/>
            <a:r>
              <a:rPr lang="ru-RU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Платформа для ведения тематических блогов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11DA9-1103-F961-07EF-E29B76958C15}"/>
              </a:ext>
            </a:extLst>
          </p:cNvPr>
          <p:cNvSpPr txBox="1"/>
          <p:nvPr/>
        </p:nvSpPr>
        <p:spPr>
          <a:xfrm>
            <a:off x="1026455" y="5759547"/>
            <a:ext cx="4571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Bookman Old Style" panose="02050604050505020204" pitchFamily="18" charset="0"/>
              </a:rPr>
              <a:t>Группа:</a:t>
            </a:r>
            <a:r>
              <a:rPr lang="ru-RU" sz="2000" dirty="0">
                <a:latin typeface="Bookman Old Style" panose="02050604050505020204" pitchFamily="18" charset="0"/>
              </a:rPr>
              <a:t> Гармонов Р.А., ПИб-242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DF51D-6F7B-3A5E-F539-4AB628B85B4D}"/>
              </a:ext>
            </a:extLst>
          </p:cNvPr>
          <p:cNvSpPr txBox="1"/>
          <p:nvPr/>
        </p:nvSpPr>
        <p:spPr>
          <a:xfrm>
            <a:off x="6509289" y="5805714"/>
            <a:ext cx="4971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Bookman Old Style" panose="02050604050505020204" pitchFamily="18" charset="0"/>
              </a:rPr>
              <a:t>Репозиторий:</a:t>
            </a:r>
            <a:r>
              <a:rPr lang="ru-RU" sz="2000" dirty="0">
                <a:latin typeface="Bookman Old Style" panose="02050604050505020204" pitchFamily="18" charset="0"/>
              </a:rPr>
              <a:t> </a:t>
            </a:r>
            <a:r>
              <a:rPr lang="en-US" sz="2000" dirty="0">
                <a:latin typeface="Bookman Old Style" panose="02050604050505020204" pitchFamily="18" charset="0"/>
                <a:hlinkClick r:id="rId2"/>
              </a:rPr>
              <a:t>github.com/r0de0-student/</a:t>
            </a:r>
            <a:r>
              <a:rPr lang="en-US" sz="2000" dirty="0" err="1">
                <a:latin typeface="Bookman Old Style" panose="02050604050505020204" pitchFamily="18" charset="0"/>
                <a:hlinkClick r:id="rId2"/>
              </a:rPr>
              <a:t>BloGGer-CenteR</a:t>
            </a:r>
            <a:endParaRPr lang="ru-RU" sz="2000" dirty="0">
              <a:latin typeface="Bookman Old Style" panose="020506040505050202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34F9722-BEDF-D716-CCFF-746F10FD2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0875" y1="39542" x2="40875" y2="39542"/>
                        <a14:foregroundMark x1="47438" y1="39463" x2="47438" y2="39463"/>
                        <a14:foregroundMark x1="56437" y1="40884" x2="56437" y2="40884"/>
                        <a14:foregroundMark x1="42875" y1="65430" x2="42875" y2="65430"/>
                        <a14:foregroundMark x1="48875" y1="65114" x2="48875" y2="65114"/>
                        <a14:foregroundMark x1="53500" y1="65983" x2="53500" y2="65983"/>
                        <a14:foregroundMark x1="59250" y1="66140" x2="59250" y2="661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7318" y="-697741"/>
            <a:ext cx="10534651" cy="825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74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FEE4A-62EF-5EC5-1B05-CD15D07AB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B893E8B-4F0B-8A9A-965F-55874731A2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02AEF6-1535-4090-2282-1DE1CF470CCD}"/>
              </a:ext>
            </a:extLst>
          </p:cNvPr>
          <p:cNvSpPr txBox="1"/>
          <p:nvPr/>
        </p:nvSpPr>
        <p:spPr>
          <a:xfrm>
            <a:off x="444499" y="920570"/>
            <a:ext cx="63572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Цель:</a:t>
            </a:r>
            <a:br>
              <a:rPr lang="ru-RU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</a:br>
            <a:r>
              <a:rPr lang="ru-RU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Создать минималистичную платформу для авторов и читателей, свободную от избыточной рекламы и сложных алгоритмов</a:t>
            </a:r>
            <a:r>
              <a:rPr lang="ru-RU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CA897-5F9C-5148-524E-DFFC76FA6849}"/>
              </a:ext>
            </a:extLst>
          </p:cNvPr>
          <p:cNvSpPr txBox="1"/>
          <p:nvPr/>
        </p:nvSpPr>
        <p:spPr>
          <a:xfrm>
            <a:off x="4877706" y="2859562"/>
            <a:ext cx="66330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2">
                    <a:lumMod val="75000"/>
                  </a:schemeClr>
                </a:solidFill>
                <a:latin typeface="Bookman Old Style" panose="02050604050505020204" pitchFamily="18" charset="0"/>
              </a:rPr>
              <a:t>Проблема:</a:t>
            </a:r>
            <a:br>
              <a:rPr lang="ru-RU" sz="2400" dirty="0">
                <a:solidFill>
                  <a:schemeClr val="bg2">
                    <a:lumMod val="75000"/>
                  </a:schemeClr>
                </a:solidFill>
                <a:latin typeface="Bookman Old Style" panose="02050604050505020204" pitchFamily="18" charset="0"/>
              </a:rPr>
            </a:br>
            <a:r>
              <a:rPr lang="ru-RU" sz="2400" dirty="0">
                <a:solidFill>
                  <a:schemeClr val="bg2">
                    <a:lumMod val="75000"/>
                  </a:schemeClr>
                </a:solidFill>
                <a:latin typeface="Bookman Old Style" panose="02050604050505020204" pitchFamily="18" charset="0"/>
              </a:rPr>
              <a:t>Существующие платформы перегружены рекламой и сложным функционалом, что отпугивает начинающих авторов.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2AC407-085F-6C80-BD8D-EB3E5B163A8A}"/>
              </a:ext>
            </a:extLst>
          </p:cNvPr>
          <p:cNvSpPr txBox="1"/>
          <p:nvPr/>
        </p:nvSpPr>
        <p:spPr>
          <a:xfrm>
            <a:off x="444499" y="4614443"/>
            <a:ext cx="73442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3">
                    <a:lumMod val="75000"/>
                  </a:schemeClr>
                </a:solidFill>
                <a:latin typeface="Bookman Old Style" panose="02050604050505020204" pitchFamily="18" charset="0"/>
              </a:rPr>
              <a:t>Решение:</a:t>
            </a:r>
            <a:br>
              <a:rPr lang="ru-RU" sz="2400" dirty="0">
                <a:solidFill>
                  <a:schemeClr val="accent3">
                    <a:lumMod val="75000"/>
                  </a:schemeClr>
                </a:solidFill>
                <a:latin typeface="Bookman Old Style" panose="02050604050505020204" pitchFamily="18" charset="0"/>
              </a:rPr>
            </a:br>
            <a:r>
              <a:rPr lang="ru-RU" sz="2400" dirty="0">
                <a:solidFill>
                  <a:schemeClr val="accent3">
                    <a:lumMod val="75000"/>
                  </a:schemeClr>
                </a:solidFill>
                <a:latin typeface="Bookman Old Style" panose="02050604050505020204" pitchFamily="18" charset="0"/>
              </a:rPr>
              <a:t>BloGGing CenteR — специализированная веб-платформа с интуитивной структурой, фокусом на создании блогов, статей и прямых коммуникациях.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01232B-A229-CFCF-2246-0190F7737641}"/>
              </a:ext>
            </a:extLst>
          </p:cNvPr>
          <p:cNvSpPr txBox="1"/>
          <p:nvPr/>
        </p:nvSpPr>
        <p:spPr>
          <a:xfrm>
            <a:off x="2518762" y="89018"/>
            <a:ext cx="7154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 Краткое описание проекта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67E3E363-20FD-595D-D3E5-72FB9FE670BB}"/>
                  </a:ext>
                </a:extLst>
              </p14:cNvPr>
              <p14:cNvContentPartPr/>
              <p14:nvPr/>
            </p14:nvContentPartPr>
            <p14:xfrm>
              <a:off x="11620200" y="6313410"/>
              <a:ext cx="228960" cy="298080"/>
            </p14:xfrm>
          </p:contentPart>
        </mc:Choice>
        <mc:Fallback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67E3E363-20FD-595D-D3E5-72FB9FE670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14080" y="6307290"/>
                <a:ext cx="241200" cy="31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39511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E0997-87F5-8DCE-38F0-2C8324D01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2FCCE1D-0393-7715-4C19-1697E4CB2814}"/>
              </a:ext>
            </a:extLst>
          </p:cNvPr>
          <p:cNvSpPr/>
          <p:nvPr/>
        </p:nvSpPr>
        <p:spPr>
          <a:xfrm>
            <a:off x="6503274" y="1613287"/>
            <a:ext cx="5688725" cy="4062208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69B118-56DA-A6B7-6FEB-3335AAA5C906}"/>
              </a:ext>
            </a:extLst>
          </p:cNvPr>
          <p:cNvSpPr txBox="1"/>
          <p:nvPr/>
        </p:nvSpPr>
        <p:spPr>
          <a:xfrm>
            <a:off x="-7783872" y="1310957"/>
            <a:ext cx="63572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Цель:</a:t>
            </a:r>
            <a:br>
              <a:rPr lang="ru-RU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</a:br>
            <a:r>
              <a:rPr lang="ru-RU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Создать минималистичную платформу для авторов и читателей, свободную от избыточной рекламы и сложных алгоритмов</a:t>
            </a:r>
            <a:r>
              <a:rPr lang="ru-RU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31925F-21DE-C4EB-F809-11BE41550D1C}"/>
              </a:ext>
            </a:extLst>
          </p:cNvPr>
          <p:cNvSpPr txBox="1"/>
          <p:nvPr/>
        </p:nvSpPr>
        <p:spPr>
          <a:xfrm>
            <a:off x="13211649" y="2859562"/>
            <a:ext cx="66330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2">
                    <a:lumMod val="75000"/>
                  </a:schemeClr>
                </a:solidFill>
                <a:latin typeface="Bookman Old Style" panose="02050604050505020204" pitchFamily="18" charset="0"/>
              </a:rPr>
              <a:t>Проблема:</a:t>
            </a:r>
            <a:br>
              <a:rPr lang="ru-RU" sz="2400" dirty="0">
                <a:solidFill>
                  <a:schemeClr val="bg2">
                    <a:lumMod val="75000"/>
                  </a:schemeClr>
                </a:solidFill>
                <a:latin typeface="Bookman Old Style" panose="02050604050505020204" pitchFamily="18" charset="0"/>
              </a:rPr>
            </a:br>
            <a:r>
              <a:rPr lang="ru-RU" sz="2400" dirty="0">
                <a:solidFill>
                  <a:schemeClr val="bg2">
                    <a:lumMod val="75000"/>
                  </a:schemeClr>
                </a:solidFill>
                <a:latin typeface="Bookman Old Style" panose="02050604050505020204" pitchFamily="18" charset="0"/>
              </a:rPr>
              <a:t>Существующие платформы перегружены рекламой и сложным функционалом, что отпугивает начинающих авторов.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6BD5E8-0F60-2D28-E069-4EE7FB4DACC9}"/>
              </a:ext>
            </a:extLst>
          </p:cNvPr>
          <p:cNvSpPr txBox="1"/>
          <p:nvPr/>
        </p:nvSpPr>
        <p:spPr>
          <a:xfrm>
            <a:off x="-7783872" y="4919008"/>
            <a:ext cx="73442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3">
                    <a:lumMod val="75000"/>
                  </a:schemeClr>
                </a:solidFill>
                <a:latin typeface="Bookman Old Style" panose="02050604050505020204" pitchFamily="18" charset="0"/>
              </a:rPr>
              <a:t>Решение:</a:t>
            </a:r>
            <a:br>
              <a:rPr lang="ru-RU" sz="2400" dirty="0">
                <a:solidFill>
                  <a:schemeClr val="accent3">
                    <a:lumMod val="75000"/>
                  </a:schemeClr>
                </a:solidFill>
                <a:latin typeface="Bookman Old Style" panose="02050604050505020204" pitchFamily="18" charset="0"/>
              </a:rPr>
            </a:br>
            <a:r>
              <a:rPr lang="ru-RU" sz="2400" dirty="0">
                <a:solidFill>
                  <a:schemeClr val="accent3">
                    <a:lumMod val="75000"/>
                  </a:schemeClr>
                </a:solidFill>
                <a:latin typeface="Bookman Old Style" panose="02050604050505020204" pitchFamily="18" charset="0"/>
              </a:rPr>
              <a:t>BloGGing CenteR — специализированная веб-платформа с интуитивной структурой, фокусом на создании блогов, статей и прямых коммуникациях.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E3800-39FC-C4C2-3FB8-E12C54412CE4}"/>
              </a:ext>
            </a:extLst>
          </p:cNvPr>
          <p:cNvSpPr txBox="1"/>
          <p:nvPr/>
        </p:nvSpPr>
        <p:spPr>
          <a:xfrm>
            <a:off x="1120877" y="89018"/>
            <a:ext cx="10648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ookman Old Style" panose="02050604050505020204" pitchFamily="18" charset="0"/>
              </a:rPr>
              <a:t>Основные возможности и роли пользователей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FABCE-307E-E754-C205-4AD1C5B9A53B}"/>
              </a:ext>
            </a:extLst>
          </p:cNvPr>
          <p:cNvSpPr txBox="1"/>
          <p:nvPr/>
        </p:nvSpPr>
        <p:spPr>
          <a:xfrm>
            <a:off x="580008" y="1348943"/>
            <a:ext cx="5515993" cy="4160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ookman Old Style" panose="02050604050505020204" pitchFamily="18" charset="0"/>
              </a:rPr>
              <a:t>Роли:</a:t>
            </a:r>
            <a:endParaRPr lang="ru-RU" sz="24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Bookman Old Style" panose="020506040505050202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ookman Old Style" panose="02050604050505020204" pitchFamily="18" charset="0"/>
              </a:rPr>
              <a:t>Администратор</a:t>
            </a:r>
            <a:r>
              <a:rPr lang="ru-RU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ookman Old Style" panose="02050604050505020204" pitchFamily="18" charset="0"/>
              </a:rPr>
              <a:t> — управление пользователями, модерация контента.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ookman Old Style" panose="02050604050505020204" pitchFamily="18" charset="0"/>
              </a:rPr>
              <a:t>Автор</a:t>
            </a:r>
            <a:r>
              <a:rPr lang="ru-RU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ookman Old Style" panose="02050604050505020204" pitchFamily="18" charset="0"/>
              </a:rPr>
              <a:t> — создание блога, публикация/редактирование/удаление статей, статистика.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ookman Old Style" panose="02050604050505020204" pitchFamily="18" charset="0"/>
              </a:rPr>
              <a:t>Читатель</a:t>
            </a:r>
            <a:r>
              <a:rPr lang="ru-RU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ookman Old Style" panose="02050604050505020204" pitchFamily="18" charset="0"/>
              </a:rPr>
              <a:t> — просмотр статей, комментарии, подписки на блоги.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98D1BA-2491-E783-3AFE-3842742ECEB1}"/>
              </a:ext>
            </a:extLst>
          </p:cNvPr>
          <p:cNvSpPr txBox="1"/>
          <p:nvPr/>
        </p:nvSpPr>
        <p:spPr>
          <a:xfrm>
            <a:off x="7115651" y="1859066"/>
            <a:ext cx="526593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Bookman Old Style" panose="02050604050505020204" pitchFamily="18" charset="0"/>
              </a:rPr>
              <a:t>Возможности:</a:t>
            </a:r>
            <a:endParaRPr lang="ru-RU" sz="2800" dirty="0">
              <a:latin typeface="Bookman Old Style" panose="02050604050505020204" pitchFamily="18" charset="0"/>
            </a:endParaRPr>
          </a:p>
          <a:p>
            <a:r>
              <a:rPr lang="en-US" sz="2800" dirty="0">
                <a:latin typeface="Bookman Old Style" panose="02050604050505020204" pitchFamily="18" charset="0"/>
              </a:rPr>
              <a:t>1.</a:t>
            </a:r>
            <a:r>
              <a:rPr lang="ru-RU" sz="2800" dirty="0">
                <a:latin typeface="Bookman Old Style" panose="02050604050505020204" pitchFamily="18" charset="0"/>
              </a:rPr>
              <a:t>Создание и управление блогами</a:t>
            </a:r>
          </a:p>
          <a:p>
            <a:r>
              <a:rPr lang="en-US" sz="2800" dirty="0">
                <a:latin typeface="Bookman Old Style" panose="02050604050505020204" pitchFamily="18" charset="0"/>
              </a:rPr>
              <a:t>2.</a:t>
            </a:r>
            <a:r>
              <a:rPr lang="ru-RU" sz="2800" dirty="0">
                <a:latin typeface="Bookman Old Style" panose="02050604050505020204" pitchFamily="18" charset="0"/>
              </a:rPr>
              <a:t>Публикация статей</a:t>
            </a:r>
          </a:p>
          <a:p>
            <a:r>
              <a:rPr lang="en-US" sz="2800" dirty="0">
                <a:latin typeface="Bookman Old Style" panose="02050604050505020204" pitchFamily="18" charset="0"/>
              </a:rPr>
              <a:t>3.</a:t>
            </a:r>
            <a:r>
              <a:rPr lang="ru-RU" sz="2800" dirty="0">
                <a:latin typeface="Bookman Old Style" panose="02050604050505020204" pitchFamily="18" charset="0"/>
              </a:rPr>
              <a:t>Древовидные комментарии</a:t>
            </a:r>
          </a:p>
          <a:p>
            <a:r>
              <a:rPr lang="en-US" sz="2800" dirty="0">
                <a:latin typeface="Bookman Old Style" panose="02050604050505020204" pitchFamily="18" charset="0"/>
              </a:rPr>
              <a:t>4.</a:t>
            </a:r>
            <a:r>
              <a:rPr lang="ru-RU" sz="2800" dirty="0">
                <a:latin typeface="Bookman Old Style" panose="02050604050505020204" pitchFamily="18" charset="0"/>
              </a:rPr>
              <a:t>Админ-панель</a:t>
            </a:r>
          </a:p>
          <a:p>
            <a:r>
              <a:rPr lang="en-US" sz="2800" dirty="0">
                <a:latin typeface="Bookman Old Style" panose="02050604050505020204" pitchFamily="18" charset="0"/>
              </a:rPr>
              <a:t>5.</a:t>
            </a:r>
            <a:r>
              <a:rPr lang="ru-RU" sz="2800" dirty="0">
                <a:latin typeface="Bookman Old Style" panose="02050604050505020204" pitchFamily="18" charset="0"/>
              </a:rPr>
              <a:t>Статистика для автора</a:t>
            </a:r>
          </a:p>
          <a:p>
            <a:endParaRPr lang="ru-RU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1F2BCB6F-2C1D-1E12-608A-A4EF769AD677}"/>
                  </a:ext>
                </a:extLst>
              </p14:cNvPr>
              <p14:cNvContentPartPr/>
              <p14:nvPr/>
            </p14:nvContentPartPr>
            <p14:xfrm>
              <a:off x="206760" y="6257130"/>
              <a:ext cx="184320" cy="398880"/>
            </p14:xfrm>
          </p:contentPart>
        </mc:Choice>
        <mc:Fallback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1F2BCB6F-2C1D-1E12-608A-A4EF769AD6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0640" y="6251010"/>
                <a:ext cx="196560" cy="41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70590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3FBCE-227B-9A1F-8CAE-739452D5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7B3C5CF-91D8-EF3B-0B22-0DC76EE5A412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306617-2136-07EE-23B3-DD96B8EAC1D7}"/>
              </a:ext>
            </a:extLst>
          </p:cNvPr>
          <p:cNvSpPr txBox="1"/>
          <p:nvPr/>
        </p:nvSpPr>
        <p:spPr>
          <a:xfrm>
            <a:off x="3674425" y="0"/>
            <a:ext cx="4843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ookman Old Style" panose="02050604050505020204" pitchFamily="18" charset="0"/>
              </a:rPr>
              <a:t>Диаграмма </a:t>
            </a:r>
            <a:r>
              <a:rPr lang="en-US" sz="3200" b="1" dirty="0">
                <a:latin typeface="Bookman Old Style" panose="02050604050505020204" pitchFamily="18" charset="0"/>
              </a:rPr>
              <a:t>Use-Case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14855B-FE55-47A2-8B77-1DC3C90BF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40" y="584775"/>
            <a:ext cx="9562253" cy="65030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CAF0ABB7-02B3-271B-CB4B-9A6A1E67DCD1}"/>
                  </a:ext>
                </a:extLst>
              </p14:cNvPr>
              <p14:cNvContentPartPr/>
              <p14:nvPr/>
            </p14:nvContentPartPr>
            <p14:xfrm>
              <a:off x="11677440" y="6343650"/>
              <a:ext cx="210240" cy="33228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CAF0ABB7-02B3-271B-CB4B-9A6A1E67DC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71320" y="6337530"/>
                <a:ext cx="222480" cy="34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39914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8854A-F698-3F0D-7F99-18DEA20A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8ACA6A33-84CF-A7FC-6AC5-1A5AD71DFC8B}"/>
              </a:ext>
            </a:extLst>
          </p:cNvPr>
          <p:cNvSpPr/>
          <p:nvPr/>
        </p:nvSpPr>
        <p:spPr>
          <a:xfrm>
            <a:off x="5588218" y="-1091381"/>
            <a:ext cx="10045072" cy="8849033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7E6C43C-40D3-D27A-422A-C3E0A1734E91}"/>
              </a:ext>
            </a:extLst>
          </p:cNvPr>
          <p:cNvSpPr/>
          <p:nvPr/>
        </p:nvSpPr>
        <p:spPr>
          <a:xfrm>
            <a:off x="-7506547" y="1482213"/>
            <a:ext cx="4876800" cy="3001296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DDD6F-9B10-B3DB-E076-B77C4E63DC81}"/>
              </a:ext>
            </a:extLst>
          </p:cNvPr>
          <p:cNvSpPr txBox="1"/>
          <p:nvPr/>
        </p:nvSpPr>
        <p:spPr>
          <a:xfrm>
            <a:off x="3493947" y="88490"/>
            <a:ext cx="5204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ookman Old Style" panose="02050604050505020204" pitchFamily="18" charset="0"/>
              </a:rPr>
              <a:t>Схема базы </a:t>
            </a:r>
            <a:r>
              <a:rPr lang="ru-RU" sz="3200" b="1" dirty="0" err="1">
                <a:latin typeface="Bookman Old Style" panose="02050604050505020204" pitchFamily="18" charset="0"/>
              </a:rPr>
              <a:t>данны</a:t>
            </a:r>
            <a:r>
              <a:rPr lang="en-US" sz="3200" b="1" dirty="0">
                <a:latin typeface="Bookman Old Style" panose="02050604050505020204" pitchFamily="18" charset="0"/>
              </a:rPr>
              <a:t>x</a:t>
            </a:r>
            <a:endParaRPr lang="ru-RU" sz="3200" b="1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FC7115-56D5-62BD-557B-698140B95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35647" y="9758272"/>
            <a:ext cx="9562253" cy="650309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357D31-4480-F739-1DE0-12210C90FE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49" y="673265"/>
            <a:ext cx="11118499" cy="58805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7578CBA8-5677-E447-1A8E-C0A0AF98EEEC}"/>
              </a:ext>
            </a:extLst>
          </p:cNvPr>
          <p:cNvGrpSpPr/>
          <p:nvPr/>
        </p:nvGrpSpPr>
        <p:grpSpPr>
          <a:xfrm>
            <a:off x="245640" y="6224130"/>
            <a:ext cx="233640" cy="444600"/>
            <a:chOff x="245640" y="6224130"/>
            <a:chExt cx="233640" cy="44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Рукописный ввод 8">
                  <a:extLst>
                    <a:ext uri="{FF2B5EF4-FFF2-40B4-BE49-F238E27FC236}">
                      <a16:creationId xmlns:a16="http://schemas.microsoft.com/office/drawing/2014/main" id="{FC0CFCA4-A4F0-CE1E-7638-41D506B288F1}"/>
                    </a:ext>
                  </a:extLst>
                </p14:cNvPr>
                <p14:cNvContentPartPr/>
                <p14:nvPr/>
              </p14:nvContentPartPr>
              <p14:xfrm>
                <a:off x="245640" y="6276690"/>
                <a:ext cx="212400" cy="392040"/>
              </p14:xfrm>
            </p:contentPart>
          </mc:Choice>
          <mc:Fallback>
            <p:pic>
              <p:nvPicPr>
                <p:cNvPr id="9" name="Рукописный ввод 8">
                  <a:extLst>
                    <a:ext uri="{FF2B5EF4-FFF2-40B4-BE49-F238E27FC236}">
                      <a16:creationId xmlns:a16="http://schemas.microsoft.com/office/drawing/2014/main" id="{FC0CFCA4-A4F0-CE1E-7638-41D506B288F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9520" y="6270570"/>
                  <a:ext cx="22464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662D6371-6056-D184-D09F-5BD8661995E3}"/>
                    </a:ext>
                  </a:extLst>
                </p14:cNvPr>
                <p14:cNvContentPartPr/>
                <p14:nvPr/>
              </p14:nvContentPartPr>
              <p14:xfrm>
                <a:off x="304680" y="6224130"/>
                <a:ext cx="174600" cy="25200"/>
              </p14:xfrm>
            </p:contentPart>
          </mc:Choice>
          <mc:Fallback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662D6371-6056-D184-D09F-5BD8661995E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98560" y="6218010"/>
                  <a:ext cx="186840" cy="37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496912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0508E-D9D8-86E7-E0FA-A5401B00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вал 5">
            <a:extLst>
              <a:ext uri="{FF2B5EF4-FFF2-40B4-BE49-F238E27FC236}">
                <a16:creationId xmlns:a16="http://schemas.microsoft.com/office/drawing/2014/main" id="{12FC77D6-B88A-F022-20E8-EC77B2B0BE95}"/>
              </a:ext>
            </a:extLst>
          </p:cNvPr>
          <p:cNvSpPr/>
          <p:nvPr/>
        </p:nvSpPr>
        <p:spPr>
          <a:xfrm>
            <a:off x="13961807" y="5869857"/>
            <a:ext cx="3441290" cy="3274143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CF86CA8-498C-7A26-71AE-24EF6EDBA3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5D0545-BF36-31D5-EC5F-4A7BC6FFF01B}"/>
              </a:ext>
            </a:extLst>
          </p:cNvPr>
          <p:cNvSpPr txBox="1"/>
          <p:nvPr/>
        </p:nvSpPr>
        <p:spPr>
          <a:xfrm>
            <a:off x="2808856" y="0"/>
            <a:ext cx="6574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ookman Old Style" panose="02050604050505020204" pitchFamily="18" charset="0"/>
              </a:rPr>
              <a:t>Список </a:t>
            </a:r>
            <a:r>
              <a:rPr lang="en-US" sz="3200" b="1" dirty="0">
                <a:latin typeface="Bookman Old Style" panose="02050604050505020204" pitchFamily="18" charset="0"/>
              </a:rPr>
              <a:t>Endpoint'</a:t>
            </a:r>
            <a:r>
              <a:rPr lang="ru-RU" sz="3200" b="1" dirty="0" err="1">
                <a:latin typeface="Bookman Old Style" panose="02050604050505020204" pitchFamily="18" charset="0"/>
              </a:rPr>
              <a:t>ов</a:t>
            </a:r>
            <a:r>
              <a:rPr lang="ru-RU" sz="3200" b="1" dirty="0">
                <a:latin typeface="Bookman Old Style" panose="02050604050505020204" pitchFamily="18" charset="0"/>
              </a:rPr>
              <a:t> (часть 1)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D02E85-70B4-20CE-32A9-F0EEADA5FC0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49" y="-6759922"/>
            <a:ext cx="11118499" cy="5880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8EE238A-6C35-22D1-D973-3EB67A036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69" y="988071"/>
            <a:ext cx="11562625" cy="553453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BE99CFB1-7E55-605C-163E-B5999FDF23D0}"/>
                  </a:ext>
                </a:extLst>
              </p14:cNvPr>
              <p14:cNvContentPartPr/>
              <p14:nvPr/>
            </p14:nvContentPartPr>
            <p14:xfrm>
              <a:off x="11676780" y="6275970"/>
              <a:ext cx="353520" cy="431640"/>
            </p14:xfrm>
          </p:contentPart>
        </mc:Choice>
        <mc:Fallback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BE99CFB1-7E55-605C-163E-B5999FDF23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70660" y="6269850"/>
                <a:ext cx="365760" cy="44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57268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DDCF8-3B06-DC79-1E8E-E176C109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D54B52B-8B04-AB05-2939-4C9D56EE40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A4B5AF-F76A-6937-5849-851FA9D6FB25}"/>
              </a:ext>
            </a:extLst>
          </p:cNvPr>
          <p:cNvSpPr txBox="1"/>
          <p:nvPr/>
        </p:nvSpPr>
        <p:spPr>
          <a:xfrm>
            <a:off x="2808856" y="0"/>
            <a:ext cx="65742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ookman Old Style" panose="02050604050505020204" pitchFamily="18" charset="0"/>
              </a:rPr>
              <a:t>Список </a:t>
            </a:r>
            <a:r>
              <a:rPr lang="en-US" sz="3200" b="1" dirty="0">
                <a:latin typeface="Bookman Old Style" panose="02050604050505020204" pitchFamily="18" charset="0"/>
              </a:rPr>
              <a:t>Endpoint'</a:t>
            </a:r>
            <a:r>
              <a:rPr lang="ru-RU" sz="3200" b="1" dirty="0" err="1">
                <a:latin typeface="Bookman Old Style" panose="02050604050505020204" pitchFamily="18" charset="0"/>
              </a:rPr>
              <a:t>ов</a:t>
            </a:r>
            <a:r>
              <a:rPr lang="ru-RU" sz="3200" b="1" dirty="0">
                <a:latin typeface="Bookman Old Style" panose="02050604050505020204" pitchFamily="18" charset="0"/>
              </a:rPr>
              <a:t> (часть </a:t>
            </a:r>
            <a:r>
              <a:rPr lang="en-US" sz="3200" b="1" dirty="0">
                <a:latin typeface="Bookman Old Style" panose="02050604050505020204" pitchFamily="18" charset="0"/>
              </a:rPr>
              <a:t>2</a:t>
            </a:r>
            <a:r>
              <a:rPr lang="ru-RU" sz="3200" b="1" dirty="0">
                <a:latin typeface="Bookman Old Style" panose="02050604050505020204" pitchFamily="18" charset="0"/>
              </a:rPr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A16756-90DF-571F-1EE1-FB86A6C34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29" y="831494"/>
            <a:ext cx="10760516" cy="577978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6B09E72-2299-644B-5F62-CC9366912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6229" y="831494"/>
            <a:ext cx="11562625" cy="553453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0CF82995-C9D8-5BE6-5227-BD525F1AEEAD}"/>
                  </a:ext>
                </a:extLst>
              </p14:cNvPr>
              <p14:cNvContentPartPr/>
              <p14:nvPr/>
            </p14:nvContentPartPr>
            <p14:xfrm>
              <a:off x="189540" y="6257130"/>
              <a:ext cx="269280" cy="392400"/>
            </p14:xfrm>
          </p:contentPart>
        </mc:Choice>
        <mc:Fallback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0CF82995-C9D8-5BE6-5227-BD525F1AEE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3420" y="6251010"/>
                <a:ext cx="28152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6AA65E80-AD43-D957-98D0-D6C653067439}"/>
                  </a:ext>
                </a:extLst>
              </p14:cNvPr>
              <p14:cNvContentPartPr/>
              <p14:nvPr/>
            </p14:nvContentPartPr>
            <p14:xfrm>
              <a:off x="295020" y="6524250"/>
              <a:ext cx="199440" cy="10080"/>
            </p14:xfrm>
          </p:contentPart>
        </mc:Choice>
        <mc:Fallback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6AA65E80-AD43-D957-98D0-D6C6530674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8900" y="6518130"/>
                <a:ext cx="211680" cy="2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5435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49481-4A5F-FF59-D4BB-164614CFF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B09E473-EECA-F45C-EDCA-84E7DE7FD9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0A4282-7712-8639-36E7-5FFC2496DE6E}"/>
              </a:ext>
            </a:extLst>
          </p:cNvPr>
          <p:cNvSpPr txBox="1"/>
          <p:nvPr/>
        </p:nvSpPr>
        <p:spPr>
          <a:xfrm>
            <a:off x="2742304" y="162419"/>
            <a:ext cx="7183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ookman Old Style" panose="02050604050505020204" pitchFamily="18" charset="0"/>
              </a:rPr>
              <a:t>Список веб-страниц</a:t>
            </a:r>
            <a:r>
              <a:rPr lang="en-US" sz="3200" b="1" dirty="0">
                <a:latin typeface="Bookman Old Style" panose="02050604050505020204" pitchFamily="18" charset="0"/>
              </a:rPr>
              <a:t> </a:t>
            </a:r>
            <a:r>
              <a:rPr lang="ru-RU" sz="3200" b="1" dirty="0">
                <a:latin typeface="Bookman Old Style" panose="02050604050505020204" pitchFamily="18" charset="0"/>
              </a:rPr>
              <a:t>(часть </a:t>
            </a:r>
            <a:r>
              <a:rPr lang="en-US" sz="3200" b="1" dirty="0">
                <a:latin typeface="Bookman Old Style" panose="02050604050505020204" pitchFamily="18" charset="0"/>
              </a:rPr>
              <a:t>1</a:t>
            </a:r>
            <a:r>
              <a:rPr lang="ru-RU" sz="3200" b="1" dirty="0">
                <a:latin typeface="Bookman Old Style" panose="02050604050505020204" pitchFamily="18" charset="0"/>
              </a:rPr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CA2825-67C1-584F-561E-A95B455AB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26" y="8205687"/>
            <a:ext cx="10760516" cy="577978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75DE6F-D40E-9E1A-C9B9-64C0C0456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99" y="909613"/>
            <a:ext cx="11261202" cy="57293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Рукописный ввод 7">
                <a:extLst>
                  <a:ext uri="{FF2B5EF4-FFF2-40B4-BE49-F238E27FC236}">
                    <a16:creationId xmlns:a16="http://schemas.microsoft.com/office/drawing/2014/main" id="{FD64ECD1-ECFB-EA76-B87D-A21B718D430B}"/>
                  </a:ext>
                </a:extLst>
              </p14:cNvPr>
              <p14:cNvContentPartPr/>
              <p14:nvPr/>
            </p14:nvContentPartPr>
            <p14:xfrm>
              <a:off x="11656560" y="6199740"/>
              <a:ext cx="318600" cy="518040"/>
            </p14:xfrm>
          </p:contentPart>
        </mc:Choice>
        <mc:Fallback>
          <p:pic>
            <p:nvPicPr>
              <p:cNvPr id="8" name="Рукописный ввод 7">
                <a:extLst>
                  <a:ext uri="{FF2B5EF4-FFF2-40B4-BE49-F238E27FC236}">
                    <a16:creationId xmlns:a16="http://schemas.microsoft.com/office/drawing/2014/main" id="{FD64ECD1-ECFB-EA76-B87D-A21B718D43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50440" y="6193620"/>
                <a:ext cx="330840" cy="53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92543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2155-FC80-782D-F2E9-BA5C9C40F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8C97F32-75E2-1520-C9F9-D56E823A3E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D2D2B-D79F-E43A-CB05-95DA1968961C}"/>
              </a:ext>
            </a:extLst>
          </p:cNvPr>
          <p:cNvSpPr txBox="1"/>
          <p:nvPr/>
        </p:nvSpPr>
        <p:spPr>
          <a:xfrm>
            <a:off x="2628542" y="337262"/>
            <a:ext cx="6934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ookman Old Style" panose="02050604050505020204" pitchFamily="18" charset="0"/>
              </a:rPr>
              <a:t>Список веб-страниц</a:t>
            </a:r>
            <a:r>
              <a:rPr lang="en-US" sz="3200" b="1" dirty="0">
                <a:latin typeface="Bookman Old Style" panose="02050604050505020204" pitchFamily="18" charset="0"/>
              </a:rPr>
              <a:t> </a:t>
            </a:r>
            <a:r>
              <a:rPr lang="ru-RU" sz="3200" b="1" dirty="0">
                <a:latin typeface="Bookman Old Style" panose="02050604050505020204" pitchFamily="18" charset="0"/>
              </a:rPr>
              <a:t>(часть </a:t>
            </a:r>
            <a:r>
              <a:rPr lang="en-US" sz="3200" b="1" dirty="0">
                <a:latin typeface="Bookman Old Style" panose="02050604050505020204" pitchFamily="18" charset="0"/>
              </a:rPr>
              <a:t>2</a:t>
            </a:r>
            <a:r>
              <a:rPr lang="ru-RU" sz="3200" b="1" dirty="0">
                <a:latin typeface="Bookman Old Style" panose="02050604050505020204" pitchFamily="18" charset="0"/>
              </a:rPr>
              <a:t>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442ED6-3C6A-9E13-281F-0AFA37CFC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96" y="-6935097"/>
            <a:ext cx="11261202" cy="57293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4C609C4-AF59-F32B-193A-8FB55A2A5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08" y="2127784"/>
            <a:ext cx="10650977" cy="21625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ECDC9D62-D2E6-55A2-B812-7A52802701B3}"/>
                  </a:ext>
                </a:extLst>
              </p14:cNvPr>
              <p14:cNvContentPartPr/>
              <p14:nvPr/>
            </p14:nvContentPartPr>
            <p14:xfrm>
              <a:off x="132240" y="6360285"/>
              <a:ext cx="306000" cy="374400"/>
            </p14:xfrm>
          </p:contentPart>
        </mc:Choice>
        <mc:Fallback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ECDC9D62-D2E6-55A2-B812-7A52802701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120" y="6354165"/>
                <a:ext cx="318240" cy="38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7662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49403-447B-C13C-9D14-2D910D5CF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0BFAEF4A-AF53-2B09-5724-5902D66AED6E}"/>
              </a:ext>
            </a:extLst>
          </p:cNvPr>
          <p:cNvSpPr/>
          <p:nvPr/>
        </p:nvSpPr>
        <p:spPr>
          <a:xfrm>
            <a:off x="-3041432" y="-1215206"/>
            <a:ext cx="10045072" cy="8849033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F01EA-EF40-417B-D7E5-779101C1368A}"/>
              </a:ext>
            </a:extLst>
          </p:cNvPr>
          <p:cNvSpPr txBox="1"/>
          <p:nvPr/>
        </p:nvSpPr>
        <p:spPr>
          <a:xfrm>
            <a:off x="2435302" y="142875"/>
            <a:ext cx="7311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ookman Old Style" panose="02050604050505020204" pitchFamily="18" charset="0"/>
              </a:rPr>
              <a:t>Карта сайта (схема переходов)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B0CB01-B5B3-B9CF-02D0-237ACB095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1" y="809625"/>
            <a:ext cx="11306174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603E190-B69C-255C-E3A6-350AFD3DF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110454" y="2128043"/>
            <a:ext cx="10650977" cy="2162533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BCB915AD-D467-57D6-FC9D-6041D6865D04}"/>
              </a:ext>
            </a:extLst>
          </p:cNvPr>
          <p:cNvGrpSpPr/>
          <p:nvPr/>
        </p:nvGrpSpPr>
        <p:grpSpPr>
          <a:xfrm>
            <a:off x="628260" y="6210165"/>
            <a:ext cx="527040" cy="351720"/>
            <a:chOff x="628260" y="6210165"/>
            <a:chExt cx="52704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Рукописный ввод 11">
                  <a:extLst>
                    <a:ext uri="{FF2B5EF4-FFF2-40B4-BE49-F238E27FC236}">
                      <a16:creationId xmlns:a16="http://schemas.microsoft.com/office/drawing/2014/main" id="{33E0A16B-25BB-324F-C4DA-1749D6F743EC}"/>
                    </a:ext>
                  </a:extLst>
                </p14:cNvPr>
                <p14:cNvContentPartPr/>
                <p14:nvPr/>
              </p14:nvContentPartPr>
              <p14:xfrm>
                <a:off x="628260" y="6210165"/>
                <a:ext cx="12600" cy="351720"/>
              </p14:xfrm>
            </p:contentPart>
          </mc:Choice>
          <mc:Fallback>
            <p:pic>
              <p:nvPicPr>
                <p:cNvPr id="12" name="Рукописный ввод 11">
                  <a:extLst>
                    <a:ext uri="{FF2B5EF4-FFF2-40B4-BE49-F238E27FC236}">
                      <a16:creationId xmlns:a16="http://schemas.microsoft.com/office/drawing/2014/main" id="{33E0A16B-25BB-324F-C4DA-1749D6F743E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2140" y="6204045"/>
                  <a:ext cx="248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" name="Рукописный ввод 12">
                  <a:extLst>
                    <a:ext uri="{FF2B5EF4-FFF2-40B4-BE49-F238E27FC236}">
                      <a16:creationId xmlns:a16="http://schemas.microsoft.com/office/drawing/2014/main" id="{CF1A0BBA-8C43-F026-60BB-67DB9AD9F2A4}"/>
                    </a:ext>
                  </a:extLst>
                </p14:cNvPr>
                <p14:cNvContentPartPr/>
                <p14:nvPr/>
              </p14:nvContentPartPr>
              <p14:xfrm>
                <a:off x="721860" y="6210525"/>
                <a:ext cx="433440" cy="305640"/>
              </p14:xfrm>
            </p:contentPart>
          </mc:Choice>
          <mc:Fallback>
            <p:pic>
              <p:nvPicPr>
                <p:cNvPr id="13" name="Рукописный ввод 12">
                  <a:extLst>
                    <a:ext uri="{FF2B5EF4-FFF2-40B4-BE49-F238E27FC236}">
                      <a16:creationId xmlns:a16="http://schemas.microsoft.com/office/drawing/2014/main" id="{CF1A0BBA-8C43-F026-60BB-67DB9AD9F2A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5740" y="6204405"/>
                  <a:ext cx="445680" cy="317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986452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DBE33-B01A-BC9F-9CCE-136B7940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4AA3AAF-45EA-1EB2-C1D1-C0B0DD89272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DCC98A61-2470-C1A4-17B9-86C7D10E8731}"/>
              </a:ext>
            </a:extLst>
          </p:cNvPr>
          <p:cNvSpPr/>
          <p:nvPr/>
        </p:nvSpPr>
        <p:spPr>
          <a:xfrm>
            <a:off x="-3041432" y="5638800"/>
            <a:ext cx="1879382" cy="2095500"/>
          </a:xfrm>
          <a:prstGeom prst="ellipse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79EBAB-8F1B-2E6D-978D-AE7979ECFD2D}"/>
              </a:ext>
            </a:extLst>
          </p:cNvPr>
          <p:cNvSpPr txBox="1"/>
          <p:nvPr/>
        </p:nvSpPr>
        <p:spPr>
          <a:xfrm>
            <a:off x="1641416" y="221932"/>
            <a:ext cx="10550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ookman Old Style" panose="02050604050505020204" pitchFamily="18" charset="0"/>
              </a:rPr>
              <a:t>Каркас выбранных веб-страниц (часть 1)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0FE878-4B81-04F7-A092-36D81F9DE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3951" y="-6162675"/>
            <a:ext cx="11306174" cy="59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913045C-D4E4-5D46-58CB-7BE204DC4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08" y="1009589"/>
            <a:ext cx="10550584" cy="5415975"/>
          </a:xfrm>
          <a:prstGeom prst="rect">
            <a:avLst/>
          </a:prstGeom>
        </p:spPr>
      </p:pic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06BAAF76-35BA-8FC5-53F1-3599DB0DEBD6}"/>
              </a:ext>
            </a:extLst>
          </p:cNvPr>
          <p:cNvGrpSpPr/>
          <p:nvPr/>
        </p:nvGrpSpPr>
        <p:grpSpPr>
          <a:xfrm>
            <a:off x="11543460" y="6276765"/>
            <a:ext cx="245160" cy="355320"/>
            <a:chOff x="11543460" y="6276765"/>
            <a:chExt cx="24516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9" name="Рукописный ввод 8">
                  <a:extLst>
                    <a:ext uri="{FF2B5EF4-FFF2-40B4-BE49-F238E27FC236}">
                      <a16:creationId xmlns:a16="http://schemas.microsoft.com/office/drawing/2014/main" id="{43668093-38EF-B5D0-3572-E1B37800A487}"/>
                    </a:ext>
                  </a:extLst>
                </p14:cNvPr>
                <p14:cNvContentPartPr/>
                <p14:nvPr/>
              </p14:nvContentPartPr>
              <p14:xfrm>
                <a:off x="11543460" y="6276765"/>
                <a:ext cx="73800" cy="326520"/>
              </p14:xfrm>
            </p:contentPart>
          </mc:Choice>
          <mc:Fallback>
            <p:pic>
              <p:nvPicPr>
                <p:cNvPr id="9" name="Рукописный ввод 8">
                  <a:extLst>
                    <a:ext uri="{FF2B5EF4-FFF2-40B4-BE49-F238E27FC236}">
                      <a16:creationId xmlns:a16="http://schemas.microsoft.com/office/drawing/2014/main" id="{43668093-38EF-B5D0-3572-E1B37800A48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537340" y="6270645"/>
                  <a:ext cx="8604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1248852A-95C2-C79A-C93C-F1A2C63EF8C5}"/>
                    </a:ext>
                  </a:extLst>
                </p14:cNvPr>
                <p14:cNvContentPartPr/>
                <p14:nvPr/>
              </p14:nvContentPartPr>
              <p14:xfrm>
                <a:off x="11695020" y="6295845"/>
                <a:ext cx="93600" cy="336240"/>
              </p14:xfrm>
            </p:contentPart>
          </mc:Choice>
          <mc:Fallback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1248852A-95C2-C79A-C93C-F1A2C63EF8C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688900" y="6289725"/>
                  <a:ext cx="105840" cy="348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419533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2B41E-1ACE-8C4E-7A3D-2579646F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6A1BE1F-7CBE-D05A-434F-EFDF180E959D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9353A-BFCC-0550-5849-457CF776C5A9}"/>
              </a:ext>
            </a:extLst>
          </p:cNvPr>
          <p:cNvSpPr txBox="1"/>
          <p:nvPr/>
        </p:nvSpPr>
        <p:spPr>
          <a:xfrm>
            <a:off x="1641416" y="221932"/>
            <a:ext cx="10550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ookman Old Style" panose="02050604050505020204" pitchFamily="18" charset="0"/>
              </a:rPr>
              <a:t>Каркас выбранных веб-страниц (часть </a:t>
            </a:r>
            <a:r>
              <a:rPr lang="en-US" sz="3200" b="1" dirty="0">
                <a:latin typeface="Bookman Old Style" panose="02050604050505020204" pitchFamily="18" charset="0"/>
              </a:rPr>
              <a:t>2</a:t>
            </a:r>
            <a:r>
              <a:rPr lang="ru-RU" sz="3200" b="1" dirty="0">
                <a:latin typeface="Bookman Old Style" panose="02050604050505020204" pitchFamily="18" charset="0"/>
              </a:rPr>
              <a:t>)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E63DE17-A839-DB99-5F63-B84B78361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816" y="1028639"/>
            <a:ext cx="10550584" cy="55998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85A4A7-843E-8308-A869-2C74C428B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84768" y="-818795"/>
            <a:ext cx="3598892" cy="1847434"/>
          </a:xfrm>
          <a:prstGeom prst="rect">
            <a:avLst/>
          </a:prstGeom>
        </p:spPr>
      </p:pic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2277C496-2A0B-9ED1-C4E1-24A2F48A9D82}"/>
              </a:ext>
            </a:extLst>
          </p:cNvPr>
          <p:cNvGrpSpPr/>
          <p:nvPr/>
        </p:nvGrpSpPr>
        <p:grpSpPr>
          <a:xfrm>
            <a:off x="151980" y="6218010"/>
            <a:ext cx="399240" cy="492840"/>
            <a:chOff x="151980" y="6218010"/>
            <a:chExt cx="399240" cy="49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C45BC3A8-3569-2171-794A-487CF17CD79E}"/>
                    </a:ext>
                  </a:extLst>
                </p14:cNvPr>
                <p14:cNvContentPartPr/>
                <p14:nvPr/>
              </p14:nvContentPartPr>
              <p14:xfrm>
                <a:off x="151980" y="6257610"/>
                <a:ext cx="67320" cy="420480"/>
              </p14:xfrm>
            </p:contentPart>
          </mc:Choice>
          <mc:Fallback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C45BC3A8-3569-2171-794A-487CF17CD79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5860" y="6251490"/>
                  <a:ext cx="795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" name="Рукописный ввод 10">
                  <a:extLst>
                    <a:ext uri="{FF2B5EF4-FFF2-40B4-BE49-F238E27FC236}">
                      <a16:creationId xmlns:a16="http://schemas.microsoft.com/office/drawing/2014/main" id="{75070B38-F789-A596-E64E-CA7B29228AC5}"/>
                    </a:ext>
                  </a:extLst>
                </p14:cNvPr>
                <p14:cNvContentPartPr/>
                <p14:nvPr/>
              </p14:nvContentPartPr>
              <p14:xfrm>
                <a:off x="322980" y="6218010"/>
                <a:ext cx="228240" cy="492840"/>
              </p14:xfrm>
            </p:contentPart>
          </mc:Choice>
          <mc:Fallback>
            <p:pic>
              <p:nvPicPr>
                <p:cNvPr id="11" name="Рукописный ввод 10">
                  <a:extLst>
                    <a:ext uri="{FF2B5EF4-FFF2-40B4-BE49-F238E27FC236}">
                      <a16:creationId xmlns:a16="http://schemas.microsoft.com/office/drawing/2014/main" id="{75070B38-F789-A596-E64E-CA7B29228AC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6860" y="6211890"/>
                  <a:ext cx="240480" cy="505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953944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CB9B4-25D0-2764-815D-8FC38CD4F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52F2973-CC23-387D-BD85-3125CF033B9D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D650A5-4F1B-423F-0640-FC9557730E6C}"/>
              </a:ext>
            </a:extLst>
          </p:cNvPr>
          <p:cNvSpPr txBox="1"/>
          <p:nvPr/>
        </p:nvSpPr>
        <p:spPr>
          <a:xfrm>
            <a:off x="1106458" y="83945"/>
            <a:ext cx="10550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ookman Old Style" panose="02050604050505020204" pitchFamily="18" charset="0"/>
              </a:rPr>
              <a:t>Скриншот заполненного репозитория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319EF1F-4F47-D04C-3858-38EC2F73A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5808" y="8724899"/>
            <a:ext cx="4700141" cy="249467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903FCF-D048-759D-BA7E-6F4B17F12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940057"/>
            <a:ext cx="11218892" cy="5541610"/>
          </a:xfrm>
          <a:prstGeom prst="rect">
            <a:avLst/>
          </a:prstGeom>
        </p:spPr>
      </p:pic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0189C9DD-19AF-DB3B-49D6-9FF536C76C04}"/>
              </a:ext>
            </a:extLst>
          </p:cNvPr>
          <p:cNvGrpSpPr/>
          <p:nvPr/>
        </p:nvGrpSpPr>
        <p:grpSpPr>
          <a:xfrm>
            <a:off x="11733660" y="6314940"/>
            <a:ext cx="307800" cy="448920"/>
            <a:chOff x="11733660" y="6314940"/>
            <a:chExt cx="30780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Рукописный ввод 3">
                  <a:extLst>
                    <a:ext uri="{FF2B5EF4-FFF2-40B4-BE49-F238E27FC236}">
                      <a16:creationId xmlns:a16="http://schemas.microsoft.com/office/drawing/2014/main" id="{4411F092-60D8-0E79-3EEC-372139B9E87B}"/>
                    </a:ext>
                  </a:extLst>
                </p14:cNvPr>
                <p14:cNvContentPartPr/>
                <p14:nvPr/>
              </p14:nvContentPartPr>
              <p14:xfrm>
                <a:off x="11733660" y="6314940"/>
                <a:ext cx="30600" cy="398880"/>
              </p14:xfrm>
            </p:contentPart>
          </mc:Choice>
          <mc:Fallback>
            <p:pic>
              <p:nvPicPr>
                <p:cNvPr id="4" name="Рукописный ввод 3">
                  <a:extLst>
                    <a:ext uri="{FF2B5EF4-FFF2-40B4-BE49-F238E27FC236}">
                      <a16:creationId xmlns:a16="http://schemas.microsoft.com/office/drawing/2014/main" id="{4411F092-60D8-0E79-3EEC-372139B9E87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27540" y="6308820"/>
                  <a:ext cx="4284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Рукописный ввод 4">
                  <a:extLst>
                    <a:ext uri="{FF2B5EF4-FFF2-40B4-BE49-F238E27FC236}">
                      <a16:creationId xmlns:a16="http://schemas.microsoft.com/office/drawing/2014/main" id="{C53821A8-B722-7F03-0713-D43C8276E31A}"/>
                    </a:ext>
                  </a:extLst>
                </p14:cNvPr>
                <p14:cNvContentPartPr/>
                <p14:nvPr/>
              </p14:nvContentPartPr>
              <p14:xfrm>
                <a:off x="11772540" y="6379020"/>
                <a:ext cx="268920" cy="384840"/>
              </p14:xfrm>
            </p:contentPart>
          </mc:Choice>
          <mc:Fallback>
            <p:pic>
              <p:nvPicPr>
                <p:cNvPr id="5" name="Рукописный ввод 4">
                  <a:extLst>
                    <a:ext uri="{FF2B5EF4-FFF2-40B4-BE49-F238E27FC236}">
                      <a16:creationId xmlns:a16="http://schemas.microsoft.com/office/drawing/2014/main" id="{C53821A8-B722-7F03-0713-D43C8276E31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766420" y="6372900"/>
                  <a:ext cx="281160" cy="39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964715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27BE4-29AB-A3CC-1E4C-FA68066E6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6558D66-6E8F-A822-7F0D-44685934C208}"/>
              </a:ext>
            </a:extLst>
          </p:cNvPr>
          <p:cNvSpPr/>
          <p:nvPr/>
        </p:nvSpPr>
        <p:spPr>
          <a:xfrm>
            <a:off x="0" y="-74940"/>
            <a:ext cx="12192000" cy="350394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45D604-46D1-E9CD-9CAA-8CDF6163D0B4}"/>
              </a:ext>
            </a:extLst>
          </p:cNvPr>
          <p:cNvSpPr txBox="1"/>
          <p:nvPr/>
        </p:nvSpPr>
        <p:spPr>
          <a:xfrm>
            <a:off x="2667779" y="152400"/>
            <a:ext cx="6856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ookman Old Style" panose="02050604050505020204" pitchFamily="18" charset="0"/>
              </a:rPr>
              <a:t>Распределение обязанностей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B5C902-CF04-C72D-ABF5-9AF93390D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403189" y="7925349"/>
            <a:ext cx="8937206" cy="44145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3A61F3-C9C8-5E24-B762-354FBA429E50}"/>
              </a:ext>
            </a:extLst>
          </p:cNvPr>
          <p:cNvSpPr txBox="1"/>
          <p:nvPr/>
        </p:nvSpPr>
        <p:spPr>
          <a:xfrm>
            <a:off x="609600" y="1109489"/>
            <a:ext cx="9982200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ookman Old Style" panose="02050604050505020204" pitchFamily="18" charset="0"/>
              </a:rPr>
              <a:t>Гармонов Р.А., ПИб-242 (выполнил все работы):</a:t>
            </a:r>
            <a:endParaRPr lang="ru-RU" sz="28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Bookman Old Style" panose="020506040505050202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ookman Old Style" panose="02050604050505020204" pitchFamily="18" charset="0"/>
              </a:rPr>
              <a:t>Разработка концепции и функциональных требований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ookman Old Style" panose="02050604050505020204" pitchFamily="18" charset="0"/>
              </a:rPr>
              <a:t>Проектирование базы данных (ER-диаграмма, таблицы, связи)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ookman Old Style" panose="02050604050505020204" pitchFamily="18" charset="0"/>
              </a:rPr>
              <a:t>Разработка структуры endpoint-ов и веб-страниц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ookman Old Style" panose="02050604050505020204" pitchFamily="18" charset="0"/>
              </a:rPr>
              <a:t>Создание карты сайта и навигационной схемы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ookman Old Style" panose="02050604050505020204" pitchFamily="18" charset="0"/>
              </a:rPr>
              <a:t>Разработка каркасов страниц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ookman Old Style" panose="02050604050505020204" pitchFamily="18" charset="0"/>
              </a:rPr>
              <a:t>Настройка репозитория и документации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Bookman Old Style" panose="02050604050505020204" pitchFamily="18" charset="0"/>
              </a:rPr>
              <a:t>Подготовка презентации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92BFABB6-0E65-576A-4701-1EF34F5C662A}"/>
                  </a:ext>
                </a:extLst>
              </p14:cNvPr>
              <p14:cNvContentPartPr/>
              <p14:nvPr/>
            </p14:nvContentPartPr>
            <p14:xfrm>
              <a:off x="11647920" y="6381540"/>
              <a:ext cx="39600" cy="342360"/>
            </p14:xfrm>
          </p:contentPart>
        </mc:Choice>
        <mc:Fallback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92BFABB6-0E65-576A-4701-1EF34F5C66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41800" y="6375420"/>
                <a:ext cx="5184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2E9EDD5A-657E-A164-77B9-04A9B7C078D0}"/>
                  </a:ext>
                </a:extLst>
              </p14:cNvPr>
              <p14:cNvContentPartPr/>
              <p14:nvPr/>
            </p14:nvContentPartPr>
            <p14:xfrm>
              <a:off x="11772120" y="6353100"/>
              <a:ext cx="201600" cy="38952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2E9EDD5A-657E-A164-77B9-04A9B7C078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766000" y="6346980"/>
                <a:ext cx="213840" cy="40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51681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312FB-341A-FE27-4084-610BCD521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EA68123-0842-3A6A-FBA2-92C6B1882A60}"/>
              </a:ext>
            </a:extLst>
          </p:cNvPr>
          <p:cNvSpPr/>
          <p:nvPr/>
        </p:nvSpPr>
        <p:spPr>
          <a:xfrm>
            <a:off x="0" y="0"/>
            <a:ext cx="2510725" cy="6858000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D13CE11-49B8-3F01-C13A-CA8FB5C88BA3}"/>
              </a:ext>
            </a:extLst>
          </p:cNvPr>
          <p:cNvSpPr/>
          <p:nvPr/>
        </p:nvSpPr>
        <p:spPr>
          <a:xfrm>
            <a:off x="6509289" y="0"/>
            <a:ext cx="5682712" cy="6858000"/>
          </a:xfrm>
          <a:prstGeom prst="rect">
            <a:avLst/>
          </a:prstGeom>
          <a:solidFill>
            <a:srgbClr val="FF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1AEF13-32CE-BE57-2F29-A7636B130BA5}"/>
              </a:ext>
            </a:extLst>
          </p:cNvPr>
          <p:cNvSpPr txBox="1"/>
          <p:nvPr/>
        </p:nvSpPr>
        <p:spPr>
          <a:xfrm>
            <a:off x="6726542" y="1322838"/>
            <a:ext cx="524820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BloGGer-Center</a:t>
            </a:r>
          </a:p>
          <a:p>
            <a:pPr algn="just"/>
            <a:endParaRPr lang="en-US" sz="3200" b="1" dirty="0">
              <a:latin typeface="Bookman Old Style" panose="02050604050505020204" pitchFamily="18" charset="0"/>
            </a:endParaRPr>
          </a:p>
          <a:p>
            <a:pPr algn="just"/>
            <a:r>
              <a:rPr lang="ru-RU" sz="2400" dirty="0">
                <a:solidFill>
                  <a:schemeClr val="bg1"/>
                </a:solidFill>
                <a:latin typeface="Bookman Old Style" panose="02050604050505020204" pitchFamily="18" charset="0"/>
              </a:rPr>
              <a:t>Платформа для ведения тематических блогов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89FA5-AB73-EFCA-EE05-04A51E7ADCF5}"/>
              </a:ext>
            </a:extLst>
          </p:cNvPr>
          <p:cNvSpPr txBox="1"/>
          <p:nvPr/>
        </p:nvSpPr>
        <p:spPr>
          <a:xfrm>
            <a:off x="1026455" y="5759547"/>
            <a:ext cx="4571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Bookman Old Style" panose="02050604050505020204" pitchFamily="18" charset="0"/>
              </a:rPr>
              <a:t>Группа:</a:t>
            </a:r>
            <a:r>
              <a:rPr lang="ru-RU" sz="2000" dirty="0">
                <a:latin typeface="Bookman Old Style" panose="02050604050505020204" pitchFamily="18" charset="0"/>
              </a:rPr>
              <a:t> Гармонов Р.А., ПИб-242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7FCE1-4E9D-EEB5-5F8D-591B028F44B8}"/>
              </a:ext>
            </a:extLst>
          </p:cNvPr>
          <p:cNvSpPr txBox="1"/>
          <p:nvPr/>
        </p:nvSpPr>
        <p:spPr>
          <a:xfrm>
            <a:off x="6509289" y="5805714"/>
            <a:ext cx="4971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Bookman Old Style" panose="02050604050505020204" pitchFamily="18" charset="0"/>
              </a:rPr>
              <a:t>Репозиторий:</a:t>
            </a:r>
            <a:r>
              <a:rPr lang="ru-RU" sz="2000" dirty="0">
                <a:latin typeface="Bookman Old Style" panose="02050604050505020204" pitchFamily="18" charset="0"/>
              </a:rPr>
              <a:t> </a:t>
            </a:r>
            <a:r>
              <a:rPr lang="en-US" sz="2000" dirty="0">
                <a:latin typeface="Bookman Old Style" panose="02050604050505020204" pitchFamily="18" charset="0"/>
                <a:hlinkClick r:id="rId2"/>
              </a:rPr>
              <a:t>github.com/r0de0-student/</a:t>
            </a:r>
            <a:r>
              <a:rPr lang="en-US" sz="2000" dirty="0" err="1">
                <a:latin typeface="Bookman Old Style" panose="02050604050505020204" pitchFamily="18" charset="0"/>
                <a:hlinkClick r:id="rId2"/>
              </a:rPr>
              <a:t>BloGGer-CenteR</a:t>
            </a:r>
            <a:endParaRPr lang="ru-RU" sz="2000" dirty="0">
              <a:latin typeface="Bookman Old Style" panose="020506040505050202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F60B712-DD35-6917-3B99-030DB13555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0875" y1="39542" x2="40875" y2="39542"/>
                        <a14:foregroundMark x1="47438" y1="39463" x2="47438" y2="39463"/>
                        <a14:foregroundMark x1="56437" y1="40884" x2="56437" y2="40884"/>
                        <a14:foregroundMark x1="42875" y1="65430" x2="42875" y2="65430"/>
                        <a14:foregroundMark x1="48875" y1="65114" x2="48875" y2="65114"/>
                        <a14:foregroundMark x1="53500" y1="65983" x2="53500" y2="65983"/>
                        <a14:foregroundMark x1="59250" y1="66140" x2="59250" y2="661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7318" y="-697741"/>
            <a:ext cx="10534651" cy="8253481"/>
          </a:xfrm>
          <a:prstGeom prst="rect">
            <a:avLst/>
          </a:prstGeom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DBCBB9AB-418B-DE5F-B91D-DBB03437336F}"/>
              </a:ext>
            </a:extLst>
          </p:cNvPr>
          <p:cNvGrpSpPr/>
          <p:nvPr/>
        </p:nvGrpSpPr>
        <p:grpSpPr>
          <a:xfrm>
            <a:off x="208185" y="6346605"/>
            <a:ext cx="355320" cy="396000"/>
            <a:chOff x="208185" y="6346605"/>
            <a:chExt cx="35532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B7C20640-CFDF-F8D8-4CCA-D4EA158FF6D4}"/>
                    </a:ext>
                  </a:extLst>
                </p14:cNvPr>
                <p14:cNvContentPartPr/>
                <p14:nvPr/>
              </p14:nvContentPartPr>
              <p14:xfrm>
                <a:off x="208185" y="6391245"/>
                <a:ext cx="21960" cy="351360"/>
              </p14:xfrm>
            </p:contentPart>
          </mc:Choice>
          <mc:Fallback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B7C20640-CFDF-F8D8-4CCA-D4EA158FF6D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2065" y="6385125"/>
                  <a:ext cx="3420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Рукописный ввод 10">
                  <a:extLst>
                    <a:ext uri="{FF2B5EF4-FFF2-40B4-BE49-F238E27FC236}">
                      <a16:creationId xmlns:a16="http://schemas.microsoft.com/office/drawing/2014/main" id="{B40F22FB-3564-4E73-F424-51FF428D1C8E}"/>
                    </a:ext>
                  </a:extLst>
                </p14:cNvPr>
                <p14:cNvContentPartPr/>
                <p14:nvPr/>
              </p14:nvContentPartPr>
              <p14:xfrm>
                <a:off x="323385" y="6429405"/>
                <a:ext cx="240120" cy="279000"/>
              </p14:xfrm>
            </p:contentPart>
          </mc:Choice>
          <mc:Fallback>
            <p:pic>
              <p:nvPicPr>
                <p:cNvPr id="11" name="Рукописный ввод 10">
                  <a:extLst>
                    <a:ext uri="{FF2B5EF4-FFF2-40B4-BE49-F238E27FC236}">
                      <a16:creationId xmlns:a16="http://schemas.microsoft.com/office/drawing/2014/main" id="{B40F22FB-3564-4E73-F424-51FF428D1C8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17265" y="6423285"/>
                  <a:ext cx="2523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Рукописный ввод 11">
                  <a:extLst>
                    <a:ext uri="{FF2B5EF4-FFF2-40B4-BE49-F238E27FC236}">
                      <a16:creationId xmlns:a16="http://schemas.microsoft.com/office/drawing/2014/main" id="{31A020DF-730F-A228-3C36-D3CF8B39A85A}"/>
                    </a:ext>
                  </a:extLst>
                </p14:cNvPr>
                <p14:cNvContentPartPr/>
                <p14:nvPr/>
              </p14:nvContentPartPr>
              <p14:xfrm>
                <a:off x="304665" y="6346605"/>
                <a:ext cx="249840" cy="54360"/>
              </p14:xfrm>
            </p:contentPart>
          </mc:Choice>
          <mc:Fallback>
            <p:pic>
              <p:nvPicPr>
                <p:cNvPr id="12" name="Рукописный ввод 11">
                  <a:extLst>
                    <a:ext uri="{FF2B5EF4-FFF2-40B4-BE49-F238E27FC236}">
                      <a16:creationId xmlns:a16="http://schemas.microsoft.com/office/drawing/2014/main" id="{31A020DF-730F-A228-3C36-D3CF8B39A85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8545" y="6340485"/>
                  <a:ext cx="262080" cy="66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743831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331</Words>
  <Application>Microsoft Office PowerPoint</Application>
  <PresentationFormat>Широкоэкранный</PresentationFormat>
  <Paragraphs>47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Bookman Old Style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Родион Гармонов</dc:creator>
  <cp:lastModifiedBy>Родион Гармонов</cp:lastModifiedBy>
  <cp:revision>1</cp:revision>
  <dcterms:created xsi:type="dcterms:W3CDTF">2026-04-06T04:35:26Z</dcterms:created>
  <dcterms:modified xsi:type="dcterms:W3CDTF">2026-04-06T05:36:51Z</dcterms:modified>
</cp:coreProperties>
</file>